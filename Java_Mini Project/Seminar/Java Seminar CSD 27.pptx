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314" r:id="rId6"/>
    <p:sldId id="288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25" r:id="rId18"/>
    <p:sldId id="328" r:id="rId19"/>
    <p:sldId id="329" r:id="rId20"/>
    <p:sldId id="330" r:id="rId21"/>
    <p:sldId id="331" r:id="rId22"/>
    <p:sldId id="332" r:id="rId23"/>
    <p:sldId id="333" r:id="rId24"/>
    <p:sldId id="344" r:id="rId25"/>
    <p:sldId id="287" r:id="rId26"/>
  </p:sldIdLst>
  <p:sldSz cx="12192000" cy="6858000"/>
  <p:notesSz cx="6858000" cy="9144000"/>
  <p:embeddedFontLst>
    <p:embeddedFont>
      <p:font typeface="Century Schoolbook" panose="02040604050505020304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1" roundtripDataSignature="AMtx7mgXSCz6+9rEj+rY8tgWWH8ca9qG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7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754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10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10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10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10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101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10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mchavda2006@outlook.com" userId="845cae83201390d6" providerId="LiveId" clId="{1CC382AC-F7DD-41C0-9733-3541B36FDD19}"/>
    <pc:docChg chg="undo custSel modSld">
      <pc:chgData name="jmchavda2006@outlook.com" userId="845cae83201390d6" providerId="LiveId" clId="{1CC382AC-F7DD-41C0-9733-3541B36FDD19}" dt="2026-06-19T12:15:25.916" v="2" actId="6549"/>
      <pc:docMkLst>
        <pc:docMk/>
      </pc:docMkLst>
      <pc:sldChg chg="modSp mod">
        <pc:chgData name="jmchavda2006@outlook.com" userId="845cae83201390d6" providerId="LiveId" clId="{1CC382AC-F7DD-41C0-9733-3541B36FDD19}" dt="2026-06-19T12:15:25.916" v="2" actId="6549"/>
        <pc:sldMkLst>
          <pc:docMk/>
          <pc:sldMk cId="0" sldId="256"/>
        </pc:sldMkLst>
        <pc:spChg chg="mod">
          <ac:chgData name="jmchavda2006@outlook.com" userId="845cae83201390d6" providerId="LiveId" clId="{1CC382AC-F7DD-41C0-9733-3541B36FDD19}" dt="2026-06-19T12:15:25.916" v="2" actId="6549"/>
          <ac:spMkLst>
            <pc:docMk/>
            <pc:sldMk cId="0" sldId="256"/>
            <ac:spMk id="89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A76A25-D492-40C7-AB47-7EE31AF09E46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10AE03-B541-4B75-91EE-AD1ECC99E512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Objective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029A66F4-6EF6-4067-B932-54D902B0F1AD}" type="parTrans" cxnId="{5DA98FD0-34D3-44CD-9181-783086B76231}">
      <dgm:prSet/>
      <dgm:spPr/>
      <dgm:t>
        <a:bodyPr/>
        <a:lstStyle/>
        <a:p>
          <a:endParaRPr lang="en-IN"/>
        </a:p>
      </dgm:t>
    </dgm:pt>
    <dgm:pt modelId="{7389D871-48E3-457E-96B1-6AEDB920CDAB}" type="sibTrans" cxnId="{5DA98FD0-34D3-44CD-9181-783086B76231}">
      <dgm:prSet/>
      <dgm:spPr/>
      <dgm:t>
        <a:bodyPr/>
        <a:lstStyle/>
        <a:p>
          <a:endParaRPr lang="en-IN"/>
        </a:p>
      </dgm:t>
    </dgm:pt>
    <dgm:pt modelId="{9AF607EE-677D-4912-81F6-8CF8348CAFAF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Key Features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50C48242-F32E-43F9-8C8A-B47DC41FD6BC}" type="parTrans" cxnId="{F10FF188-52FD-4541-B99D-410E9597B3BB}">
      <dgm:prSet/>
      <dgm:spPr/>
      <dgm:t>
        <a:bodyPr/>
        <a:lstStyle/>
        <a:p>
          <a:endParaRPr lang="en-IN"/>
        </a:p>
      </dgm:t>
    </dgm:pt>
    <dgm:pt modelId="{66875624-D4A6-4767-86EB-2FB81934E466}" type="sibTrans" cxnId="{F10FF188-52FD-4541-B99D-410E9597B3BB}">
      <dgm:prSet/>
      <dgm:spPr/>
      <dgm:t>
        <a:bodyPr/>
        <a:lstStyle/>
        <a:p>
          <a:endParaRPr lang="en-IN"/>
        </a:p>
      </dgm:t>
    </dgm:pt>
    <dgm:pt modelId="{09EB9172-E3CA-415F-815D-F5C1DDEAD2F6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Product – Attributes and Methods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CE0A1BFC-7B6D-47DB-8BB4-D872AF33209D}" type="parTrans" cxnId="{89DF3AB8-CDD2-40E0-8E3E-BB0AC4187378}">
      <dgm:prSet/>
      <dgm:spPr/>
      <dgm:t>
        <a:bodyPr/>
        <a:lstStyle/>
        <a:p>
          <a:endParaRPr lang="en-IN"/>
        </a:p>
      </dgm:t>
    </dgm:pt>
    <dgm:pt modelId="{E6CF305D-E87B-49DD-8564-D98D70AB823E}" type="sibTrans" cxnId="{89DF3AB8-CDD2-40E0-8E3E-BB0AC4187378}">
      <dgm:prSet/>
      <dgm:spPr/>
      <dgm:t>
        <a:bodyPr/>
        <a:lstStyle/>
        <a:p>
          <a:endParaRPr lang="en-IN"/>
        </a:p>
      </dgm:t>
    </dgm:pt>
    <dgm:pt modelId="{95B7D5FF-F102-40C3-ADAC-722DBEBEEA1B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Core Class Overview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FDF199F7-2712-4801-A0F4-F8372B0CF2A1}" type="parTrans" cxnId="{F089D299-E493-42F3-BD55-57013BCBE572}">
      <dgm:prSet/>
      <dgm:spPr/>
      <dgm:t>
        <a:bodyPr/>
        <a:lstStyle/>
        <a:p>
          <a:endParaRPr lang="en-IN"/>
        </a:p>
      </dgm:t>
    </dgm:pt>
    <dgm:pt modelId="{0DEDA63B-0FCA-4FD4-9EA1-025F02504439}" type="sibTrans" cxnId="{F089D299-E493-42F3-BD55-57013BCBE572}">
      <dgm:prSet/>
      <dgm:spPr/>
      <dgm:t>
        <a:bodyPr/>
        <a:lstStyle/>
        <a:p>
          <a:endParaRPr lang="en-IN"/>
        </a:p>
      </dgm:t>
    </dgm:pt>
    <dgm:pt modelId="{139C6AC6-5AD7-4786-A189-A26AC4A86BAC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</a:t>
          </a:r>
          <a:r>
            <a:rPr lang="en-IN" b="1" i="0" dirty="0" err="1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BillingSystem</a:t>
          </a:r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 - Attributes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7AC75174-3010-4AD9-B7D4-3456B1F9D6F6}" type="parTrans" cxnId="{663EA07E-7813-4F61-AFC6-2A43D212EC56}">
      <dgm:prSet/>
      <dgm:spPr/>
      <dgm:t>
        <a:bodyPr/>
        <a:lstStyle/>
        <a:p>
          <a:endParaRPr lang="en-IN"/>
        </a:p>
      </dgm:t>
    </dgm:pt>
    <dgm:pt modelId="{CB0794DE-4B98-437E-8D56-5116A66B0939}" type="sibTrans" cxnId="{663EA07E-7813-4F61-AFC6-2A43D212EC56}">
      <dgm:prSet/>
      <dgm:spPr/>
      <dgm:t>
        <a:bodyPr/>
        <a:lstStyle/>
        <a:p>
          <a:endParaRPr lang="en-IN"/>
        </a:p>
      </dgm:t>
    </dgm:pt>
    <dgm:pt modelId="{F8D2686E-EF92-4EC6-AD03-2F7FD323E93A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Text Files</a:t>
          </a:r>
          <a:endParaRPr lang="en-IN" dirty="0"/>
        </a:p>
      </dgm:t>
    </dgm:pt>
    <dgm:pt modelId="{ED1D1C06-DA2C-4F22-8AC3-39BB33CA1B45}" type="parTrans" cxnId="{B8589FFC-4C7B-4B34-81DE-748F8FE3CC17}">
      <dgm:prSet/>
      <dgm:spPr/>
      <dgm:t>
        <a:bodyPr/>
        <a:lstStyle/>
        <a:p>
          <a:endParaRPr lang="en-IN"/>
        </a:p>
      </dgm:t>
    </dgm:pt>
    <dgm:pt modelId="{1C67C599-2293-4ABD-8568-DE36D725167B}" type="sibTrans" cxnId="{B8589FFC-4C7B-4B34-81DE-748F8FE3CC17}">
      <dgm:prSet/>
      <dgm:spPr/>
      <dgm:t>
        <a:bodyPr/>
        <a:lstStyle/>
        <a:p>
          <a:endParaRPr lang="en-IN"/>
        </a:p>
      </dgm:t>
    </dgm:pt>
    <dgm:pt modelId="{9018AB9F-7CB2-4A7A-A73E-9A6D920DEAAF}" type="pres">
      <dgm:prSet presAssocID="{B4A76A25-D492-40C7-AB47-7EE31AF09E46}" presName="linearFlow" presStyleCnt="0">
        <dgm:presLayoutVars>
          <dgm:dir/>
          <dgm:resizeHandles val="exact"/>
        </dgm:presLayoutVars>
      </dgm:prSet>
      <dgm:spPr/>
    </dgm:pt>
    <dgm:pt modelId="{D21AC999-BDD4-45D7-B172-D547EA2AB48D}" type="pres">
      <dgm:prSet presAssocID="{9D10AE03-B541-4B75-91EE-AD1ECC99E512}" presName="composite" presStyleCnt="0"/>
      <dgm:spPr/>
    </dgm:pt>
    <dgm:pt modelId="{984CAAAD-32B6-484C-9EA5-68B6A5177279}" type="pres">
      <dgm:prSet presAssocID="{9D10AE03-B541-4B75-91EE-AD1ECC99E512}" presName="imgShp" presStyleLbl="fgImgPlace1" presStyleIdx="0" presStyleCnt="6"/>
      <dgm:spPr/>
    </dgm:pt>
    <dgm:pt modelId="{D335F80A-96FF-4B6E-93AA-F7F1FB86AE69}" type="pres">
      <dgm:prSet presAssocID="{9D10AE03-B541-4B75-91EE-AD1ECC99E512}" presName="txShp" presStyleLbl="node1" presStyleIdx="0" presStyleCnt="6">
        <dgm:presLayoutVars>
          <dgm:bulletEnabled val="1"/>
        </dgm:presLayoutVars>
      </dgm:prSet>
      <dgm:spPr/>
    </dgm:pt>
    <dgm:pt modelId="{0C85133A-1877-45B0-A618-0814A3934D16}" type="pres">
      <dgm:prSet presAssocID="{7389D871-48E3-457E-96B1-6AEDB920CDAB}" presName="spacing" presStyleCnt="0"/>
      <dgm:spPr/>
    </dgm:pt>
    <dgm:pt modelId="{7761F6FD-351A-4329-B564-E81E40CC53F5}" type="pres">
      <dgm:prSet presAssocID="{9AF607EE-677D-4912-81F6-8CF8348CAFAF}" presName="composite" presStyleCnt="0"/>
      <dgm:spPr/>
    </dgm:pt>
    <dgm:pt modelId="{0EAB07C6-4340-46D9-B570-3C30A0BFC515}" type="pres">
      <dgm:prSet presAssocID="{9AF607EE-677D-4912-81F6-8CF8348CAFAF}" presName="imgShp" presStyleLbl="fgImgPlace1" presStyleIdx="1" presStyleCnt="6"/>
      <dgm:spPr/>
    </dgm:pt>
    <dgm:pt modelId="{CF1DAABA-5EC8-4E4F-9865-ADCCC69C838B}" type="pres">
      <dgm:prSet presAssocID="{9AF607EE-677D-4912-81F6-8CF8348CAFAF}" presName="txShp" presStyleLbl="node1" presStyleIdx="1" presStyleCnt="6">
        <dgm:presLayoutVars>
          <dgm:bulletEnabled val="1"/>
        </dgm:presLayoutVars>
      </dgm:prSet>
      <dgm:spPr/>
    </dgm:pt>
    <dgm:pt modelId="{FE78EFB7-9A0C-4544-8F50-551DB1C4BBB2}" type="pres">
      <dgm:prSet presAssocID="{66875624-D4A6-4767-86EB-2FB81934E466}" presName="spacing" presStyleCnt="0"/>
      <dgm:spPr/>
    </dgm:pt>
    <dgm:pt modelId="{3BA31175-AD20-4269-87AA-F1A204423849}" type="pres">
      <dgm:prSet presAssocID="{F8D2686E-EF92-4EC6-AD03-2F7FD323E93A}" presName="composite" presStyleCnt="0"/>
      <dgm:spPr/>
    </dgm:pt>
    <dgm:pt modelId="{912576DB-CB4E-440A-9206-4F2B964D1B76}" type="pres">
      <dgm:prSet presAssocID="{F8D2686E-EF92-4EC6-AD03-2F7FD323E93A}" presName="imgShp" presStyleLbl="fgImgPlace1" presStyleIdx="2" presStyleCnt="6"/>
      <dgm:spPr/>
    </dgm:pt>
    <dgm:pt modelId="{91F59B2A-CC0F-4FC1-80E8-1EE06A12CDFA}" type="pres">
      <dgm:prSet presAssocID="{F8D2686E-EF92-4EC6-AD03-2F7FD323E93A}" presName="txShp" presStyleLbl="node1" presStyleIdx="2" presStyleCnt="6">
        <dgm:presLayoutVars>
          <dgm:bulletEnabled val="1"/>
        </dgm:presLayoutVars>
      </dgm:prSet>
      <dgm:spPr/>
    </dgm:pt>
    <dgm:pt modelId="{07007789-F6E6-4380-8C28-840E3BA625EB}" type="pres">
      <dgm:prSet presAssocID="{1C67C599-2293-4ABD-8568-DE36D725167B}" presName="spacing" presStyleCnt="0"/>
      <dgm:spPr/>
    </dgm:pt>
    <dgm:pt modelId="{E24321B0-1AC0-43A3-A6DF-8F9141D95FDD}" type="pres">
      <dgm:prSet presAssocID="{95B7D5FF-F102-40C3-ADAC-722DBEBEEA1B}" presName="composite" presStyleCnt="0"/>
      <dgm:spPr/>
    </dgm:pt>
    <dgm:pt modelId="{1C7139D4-6E22-432B-AD67-0314EE1DA9A0}" type="pres">
      <dgm:prSet presAssocID="{95B7D5FF-F102-40C3-ADAC-722DBEBEEA1B}" presName="imgShp" presStyleLbl="fgImgPlace1" presStyleIdx="3" presStyleCnt="6"/>
      <dgm:spPr/>
    </dgm:pt>
    <dgm:pt modelId="{0DE95839-E613-457D-B295-3AA31FCA9E0A}" type="pres">
      <dgm:prSet presAssocID="{95B7D5FF-F102-40C3-ADAC-722DBEBEEA1B}" presName="txShp" presStyleLbl="node1" presStyleIdx="3" presStyleCnt="6">
        <dgm:presLayoutVars>
          <dgm:bulletEnabled val="1"/>
        </dgm:presLayoutVars>
      </dgm:prSet>
      <dgm:spPr/>
    </dgm:pt>
    <dgm:pt modelId="{ED56EF5C-9AD4-4959-9D0C-A48CB553C9EE}" type="pres">
      <dgm:prSet presAssocID="{0DEDA63B-0FCA-4FD4-9EA1-025F02504439}" presName="spacing" presStyleCnt="0"/>
      <dgm:spPr/>
    </dgm:pt>
    <dgm:pt modelId="{CC8D598E-36E6-4C40-8AE3-A7D5B8E8C456}" type="pres">
      <dgm:prSet presAssocID="{09EB9172-E3CA-415F-815D-F5C1DDEAD2F6}" presName="composite" presStyleCnt="0"/>
      <dgm:spPr/>
    </dgm:pt>
    <dgm:pt modelId="{AB08C085-92E5-4E41-B80F-D0993B7CC28D}" type="pres">
      <dgm:prSet presAssocID="{09EB9172-E3CA-415F-815D-F5C1DDEAD2F6}" presName="imgShp" presStyleLbl="fgImgPlace1" presStyleIdx="4" presStyleCnt="6"/>
      <dgm:spPr/>
    </dgm:pt>
    <dgm:pt modelId="{8E55E055-D18B-41E1-AE47-5B353EE95417}" type="pres">
      <dgm:prSet presAssocID="{09EB9172-E3CA-415F-815D-F5C1DDEAD2F6}" presName="txShp" presStyleLbl="node1" presStyleIdx="4" presStyleCnt="6">
        <dgm:presLayoutVars>
          <dgm:bulletEnabled val="1"/>
        </dgm:presLayoutVars>
      </dgm:prSet>
      <dgm:spPr/>
    </dgm:pt>
    <dgm:pt modelId="{247DDD52-C69E-44C7-9654-3839149BCF69}" type="pres">
      <dgm:prSet presAssocID="{E6CF305D-E87B-49DD-8564-D98D70AB823E}" presName="spacing" presStyleCnt="0"/>
      <dgm:spPr/>
    </dgm:pt>
    <dgm:pt modelId="{A3A66E02-9CD8-412B-BF39-2BA081DE7720}" type="pres">
      <dgm:prSet presAssocID="{139C6AC6-5AD7-4786-A189-A26AC4A86BAC}" presName="composite" presStyleCnt="0"/>
      <dgm:spPr/>
    </dgm:pt>
    <dgm:pt modelId="{98ABB358-96B1-43BF-90C3-A6DF298D39D3}" type="pres">
      <dgm:prSet presAssocID="{139C6AC6-5AD7-4786-A189-A26AC4A86BAC}" presName="imgShp" presStyleLbl="fgImgPlace1" presStyleIdx="5" presStyleCnt="6"/>
      <dgm:spPr/>
    </dgm:pt>
    <dgm:pt modelId="{3AAAFF2F-BFCB-443B-9E99-D71205861C74}" type="pres">
      <dgm:prSet presAssocID="{139C6AC6-5AD7-4786-A189-A26AC4A86BAC}" presName="txShp" presStyleLbl="node1" presStyleIdx="5" presStyleCnt="6">
        <dgm:presLayoutVars>
          <dgm:bulletEnabled val="1"/>
        </dgm:presLayoutVars>
      </dgm:prSet>
      <dgm:spPr/>
    </dgm:pt>
  </dgm:ptLst>
  <dgm:cxnLst>
    <dgm:cxn modelId="{9756D30B-14A6-4DDF-948F-E799F603628A}" type="presOf" srcId="{F8D2686E-EF92-4EC6-AD03-2F7FD323E93A}" destId="{91F59B2A-CC0F-4FC1-80E8-1EE06A12CDFA}" srcOrd="0" destOrd="0" presId="urn:microsoft.com/office/officeart/2005/8/layout/vList3"/>
    <dgm:cxn modelId="{8390160C-C5C5-48C5-940E-3D747B8B0E04}" type="presOf" srcId="{95B7D5FF-F102-40C3-ADAC-722DBEBEEA1B}" destId="{0DE95839-E613-457D-B295-3AA31FCA9E0A}" srcOrd="0" destOrd="0" presId="urn:microsoft.com/office/officeart/2005/8/layout/vList3"/>
    <dgm:cxn modelId="{BCB09F19-C714-481C-A6C3-02E1FD6CA1E9}" type="presOf" srcId="{B4A76A25-D492-40C7-AB47-7EE31AF09E46}" destId="{9018AB9F-7CB2-4A7A-A73E-9A6D920DEAAF}" srcOrd="0" destOrd="0" presId="urn:microsoft.com/office/officeart/2005/8/layout/vList3"/>
    <dgm:cxn modelId="{CD001720-2F15-4E24-9C99-55186584A402}" type="presOf" srcId="{9D10AE03-B541-4B75-91EE-AD1ECC99E512}" destId="{D335F80A-96FF-4B6E-93AA-F7F1FB86AE69}" srcOrd="0" destOrd="0" presId="urn:microsoft.com/office/officeart/2005/8/layout/vList3"/>
    <dgm:cxn modelId="{3207E154-202C-410D-AEBD-FEFF604893C2}" type="presOf" srcId="{9AF607EE-677D-4912-81F6-8CF8348CAFAF}" destId="{CF1DAABA-5EC8-4E4F-9865-ADCCC69C838B}" srcOrd="0" destOrd="0" presId="urn:microsoft.com/office/officeart/2005/8/layout/vList3"/>
    <dgm:cxn modelId="{663EA07E-7813-4F61-AFC6-2A43D212EC56}" srcId="{B4A76A25-D492-40C7-AB47-7EE31AF09E46}" destId="{139C6AC6-5AD7-4786-A189-A26AC4A86BAC}" srcOrd="5" destOrd="0" parTransId="{7AC75174-3010-4AD9-B7D4-3456B1F9D6F6}" sibTransId="{CB0794DE-4B98-437E-8D56-5116A66B0939}"/>
    <dgm:cxn modelId="{F10FF188-52FD-4541-B99D-410E9597B3BB}" srcId="{B4A76A25-D492-40C7-AB47-7EE31AF09E46}" destId="{9AF607EE-677D-4912-81F6-8CF8348CAFAF}" srcOrd="1" destOrd="0" parTransId="{50C48242-F32E-43F9-8C8A-B47DC41FD6BC}" sibTransId="{66875624-D4A6-4767-86EB-2FB81934E466}"/>
    <dgm:cxn modelId="{F089D299-E493-42F3-BD55-57013BCBE572}" srcId="{B4A76A25-D492-40C7-AB47-7EE31AF09E46}" destId="{95B7D5FF-F102-40C3-ADAC-722DBEBEEA1B}" srcOrd="3" destOrd="0" parTransId="{FDF199F7-2712-4801-A0F4-F8372B0CF2A1}" sibTransId="{0DEDA63B-0FCA-4FD4-9EA1-025F02504439}"/>
    <dgm:cxn modelId="{89DF3AB8-CDD2-40E0-8E3E-BB0AC4187378}" srcId="{B4A76A25-D492-40C7-AB47-7EE31AF09E46}" destId="{09EB9172-E3CA-415F-815D-F5C1DDEAD2F6}" srcOrd="4" destOrd="0" parTransId="{CE0A1BFC-7B6D-47DB-8BB4-D872AF33209D}" sibTransId="{E6CF305D-E87B-49DD-8564-D98D70AB823E}"/>
    <dgm:cxn modelId="{5DA98FD0-34D3-44CD-9181-783086B76231}" srcId="{B4A76A25-D492-40C7-AB47-7EE31AF09E46}" destId="{9D10AE03-B541-4B75-91EE-AD1ECC99E512}" srcOrd="0" destOrd="0" parTransId="{029A66F4-6EF6-4067-B932-54D902B0F1AD}" sibTransId="{7389D871-48E3-457E-96B1-6AEDB920CDAB}"/>
    <dgm:cxn modelId="{085907DD-5188-40E0-BD18-3FAC8C221F47}" type="presOf" srcId="{139C6AC6-5AD7-4786-A189-A26AC4A86BAC}" destId="{3AAAFF2F-BFCB-443B-9E99-D71205861C74}" srcOrd="0" destOrd="0" presId="urn:microsoft.com/office/officeart/2005/8/layout/vList3"/>
    <dgm:cxn modelId="{D8BCD7E6-0B91-4E2D-A2E2-3041CC5E8B80}" type="presOf" srcId="{09EB9172-E3CA-415F-815D-F5C1DDEAD2F6}" destId="{8E55E055-D18B-41E1-AE47-5B353EE95417}" srcOrd="0" destOrd="0" presId="urn:microsoft.com/office/officeart/2005/8/layout/vList3"/>
    <dgm:cxn modelId="{B8589FFC-4C7B-4B34-81DE-748F8FE3CC17}" srcId="{B4A76A25-D492-40C7-AB47-7EE31AF09E46}" destId="{F8D2686E-EF92-4EC6-AD03-2F7FD323E93A}" srcOrd="2" destOrd="0" parTransId="{ED1D1C06-DA2C-4F22-8AC3-39BB33CA1B45}" sibTransId="{1C67C599-2293-4ABD-8568-DE36D725167B}"/>
    <dgm:cxn modelId="{EC9541B1-84D9-4885-B68D-E6536FC2EC2C}" type="presParOf" srcId="{9018AB9F-7CB2-4A7A-A73E-9A6D920DEAAF}" destId="{D21AC999-BDD4-45D7-B172-D547EA2AB48D}" srcOrd="0" destOrd="0" presId="urn:microsoft.com/office/officeart/2005/8/layout/vList3"/>
    <dgm:cxn modelId="{1B24CEBC-AD3F-4684-BB1D-8C08C11E5635}" type="presParOf" srcId="{D21AC999-BDD4-45D7-B172-D547EA2AB48D}" destId="{984CAAAD-32B6-484C-9EA5-68B6A5177279}" srcOrd="0" destOrd="0" presId="urn:microsoft.com/office/officeart/2005/8/layout/vList3"/>
    <dgm:cxn modelId="{AC761CE8-EDC4-4FFA-AEF3-A01C9723861C}" type="presParOf" srcId="{D21AC999-BDD4-45D7-B172-D547EA2AB48D}" destId="{D335F80A-96FF-4B6E-93AA-F7F1FB86AE69}" srcOrd="1" destOrd="0" presId="urn:microsoft.com/office/officeart/2005/8/layout/vList3"/>
    <dgm:cxn modelId="{92AC6EC4-76C5-4569-8506-136F4F9860FF}" type="presParOf" srcId="{9018AB9F-7CB2-4A7A-A73E-9A6D920DEAAF}" destId="{0C85133A-1877-45B0-A618-0814A3934D16}" srcOrd="1" destOrd="0" presId="urn:microsoft.com/office/officeart/2005/8/layout/vList3"/>
    <dgm:cxn modelId="{3BE92662-1DC1-4323-B91D-7CF5895BB4AA}" type="presParOf" srcId="{9018AB9F-7CB2-4A7A-A73E-9A6D920DEAAF}" destId="{7761F6FD-351A-4329-B564-E81E40CC53F5}" srcOrd="2" destOrd="0" presId="urn:microsoft.com/office/officeart/2005/8/layout/vList3"/>
    <dgm:cxn modelId="{36323289-8BB8-4376-ABC4-F6127F7B3803}" type="presParOf" srcId="{7761F6FD-351A-4329-B564-E81E40CC53F5}" destId="{0EAB07C6-4340-46D9-B570-3C30A0BFC515}" srcOrd="0" destOrd="0" presId="urn:microsoft.com/office/officeart/2005/8/layout/vList3"/>
    <dgm:cxn modelId="{2DEA9437-A584-4417-A520-AEA3B4A389D9}" type="presParOf" srcId="{7761F6FD-351A-4329-B564-E81E40CC53F5}" destId="{CF1DAABA-5EC8-4E4F-9865-ADCCC69C838B}" srcOrd="1" destOrd="0" presId="urn:microsoft.com/office/officeart/2005/8/layout/vList3"/>
    <dgm:cxn modelId="{CE3A2CBA-F195-448C-B6C0-84902554B1BD}" type="presParOf" srcId="{9018AB9F-7CB2-4A7A-A73E-9A6D920DEAAF}" destId="{FE78EFB7-9A0C-4544-8F50-551DB1C4BBB2}" srcOrd="3" destOrd="0" presId="urn:microsoft.com/office/officeart/2005/8/layout/vList3"/>
    <dgm:cxn modelId="{F8C84A67-6EB8-41A2-A48E-0E123F9FCE5E}" type="presParOf" srcId="{9018AB9F-7CB2-4A7A-A73E-9A6D920DEAAF}" destId="{3BA31175-AD20-4269-87AA-F1A204423849}" srcOrd="4" destOrd="0" presId="urn:microsoft.com/office/officeart/2005/8/layout/vList3"/>
    <dgm:cxn modelId="{EB627AA0-4CFF-40AC-8AAD-D7AE6933923C}" type="presParOf" srcId="{3BA31175-AD20-4269-87AA-F1A204423849}" destId="{912576DB-CB4E-440A-9206-4F2B964D1B76}" srcOrd="0" destOrd="0" presId="urn:microsoft.com/office/officeart/2005/8/layout/vList3"/>
    <dgm:cxn modelId="{42A610D1-FA0F-4DC6-BC46-67B171129E46}" type="presParOf" srcId="{3BA31175-AD20-4269-87AA-F1A204423849}" destId="{91F59B2A-CC0F-4FC1-80E8-1EE06A12CDFA}" srcOrd="1" destOrd="0" presId="urn:microsoft.com/office/officeart/2005/8/layout/vList3"/>
    <dgm:cxn modelId="{8BDE68BD-8D05-410F-BC79-5FC98FCC50FF}" type="presParOf" srcId="{9018AB9F-7CB2-4A7A-A73E-9A6D920DEAAF}" destId="{07007789-F6E6-4380-8C28-840E3BA625EB}" srcOrd="5" destOrd="0" presId="urn:microsoft.com/office/officeart/2005/8/layout/vList3"/>
    <dgm:cxn modelId="{B09FD665-311A-4732-AE4A-4D331CC30339}" type="presParOf" srcId="{9018AB9F-7CB2-4A7A-A73E-9A6D920DEAAF}" destId="{E24321B0-1AC0-43A3-A6DF-8F9141D95FDD}" srcOrd="6" destOrd="0" presId="urn:microsoft.com/office/officeart/2005/8/layout/vList3"/>
    <dgm:cxn modelId="{39AAC755-2171-43F5-BA56-C3031F466123}" type="presParOf" srcId="{E24321B0-1AC0-43A3-A6DF-8F9141D95FDD}" destId="{1C7139D4-6E22-432B-AD67-0314EE1DA9A0}" srcOrd="0" destOrd="0" presId="urn:microsoft.com/office/officeart/2005/8/layout/vList3"/>
    <dgm:cxn modelId="{4E7614B5-5FF8-4F26-94E9-F8AA26805284}" type="presParOf" srcId="{E24321B0-1AC0-43A3-A6DF-8F9141D95FDD}" destId="{0DE95839-E613-457D-B295-3AA31FCA9E0A}" srcOrd="1" destOrd="0" presId="urn:microsoft.com/office/officeart/2005/8/layout/vList3"/>
    <dgm:cxn modelId="{9053BEB2-B951-48C6-A0A6-D65E36EB2E91}" type="presParOf" srcId="{9018AB9F-7CB2-4A7A-A73E-9A6D920DEAAF}" destId="{ED56EF5C-9AD4-4959-9D0C-A48CB553C9EE}" srcOrd="7" destOrd="0" presId="urn:microsoft.com/office/officeart/2005/8/layout/vList3"/>
    <dgm:cxn modelId="{8A685815-3225-44E6-B451-24C1C2CFD517}" type="presParOf" srcId="{9018AB9F-7CB2-4A7A-A73E-9A6D920DEAAF}" destId="{CC8D598E-36E6-4C40-8AE3-A7D5B8E8C456}" srcOrd="8" destOrd="0" presId="urn:microsoft.com/office/officeart/2005/8/layout/vList3"/>
    <dgm:cxn modelId="{0E3AD8CD-C977-47CD-9960-961F6B985252}" type="presParOf" srcId="{CC8D598E-36E6-4C40-8AE3-A7D5B8E8C456}" destId="{AB08C085-92E5-4E41-B80F-D0993B7CC28D}" srcOrd="0" destOrd="0" presId="urn:microsoft.com/office/officeart/2005/8/layout/vList3"/>
    <dgm:cxn modelId="{A504D26E-CCF2-408A-976C-15C891F29784}" type="presParOf" srcId="{CC8D598E-36E6-4C40-8AE3-A7D5B8E8C456}" destId="{8E55E055-D18B-41E1-AE47-5B353EE95417}" srcOrd="1" destOrd="0" presId="urn:microsoft.com/office/officeart/2005/8/layout/vList3"/>
    <dgm:cxn modelId="{4CC48B41-3644-4C89-9F72-B935683076D4}" type="presParOf" srcId="{9018AB9F-7CB2-4A7A-A73E-9A6D920DEAAF}" destId="{247DDD52-C69E-44C7-9654-3839149BCF69}" srcOrd="9" destOrd="0" presId="urn:microsoft.com/office/officeart/2005/8/layout/vList3"/>
    <dgm:cxn modelId="{4FFF45B1-2F99-42CE-BF3A-11854FDDB90E}" type="presParOf" srcId="{9018AB9F-7CB2-4A7A-A73E-9A6D920DEAAF}" destId="{A3A66E02-9CD8-412B-BF39-2BA081DE7720}" srcOrd="10" destOrd="0" presId="urn:microsoft.com/office/officeart/2005/8/layout/vList3"/>
    <dgm:cxn modelId="{8649E514-C78D-4671-A4AE-D870978D8B94}" type="presParOf" srcId="{A3A66E02-9CD8-412B-BF39-2BA081DE7720}" destId="{98ABB358-96B1-43BF-90C3-A6DF298D39D3}" srcOrd="0" destOrd="0" presId="urn:microsoft.com/office/officeart/2005/8/layout/vList3"/>
    <dgm:cxn modelId="{60835B22-5F52-457D-9A36-C20F6F7972E4}" type="presParOf" srcId="{A3A66E02-9CD8-412B-BF39-2BA081DE7720}" destId="{3AAAFF2F-BFCB-443B-9E99-D71205861C7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A76A25-D492-40C7-AB47-7EE31AF09E46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10AE03-B541-4B75-91EE-AD1ECC99E512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Workflow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029A66F4-6EF6-4067-B932-54D902B0F1AD}" type="parTrans" cxnId="{5DA98FD0-34D3-44CD-9181-783086B76231}">
      <dgm:prSet/>
      <dgm:spPr/>
      <dgm:t>
        <a:bodyPr/>
        <a:lstStyle/>
        <a:p>
          <a:endParaRPr lang="en-IN"/>
        </a:p>
      </dgm:t>
    </dgm:pt>
    <dgm:pt modelId="{7389D871-48E3-457E-96B1-6AEDB920CDAB}" type="sibTrans" cxnId="{5DA98FD0-34D3-44CD-9181-783086B76231}">
      <dgm:prSet/>
      <dgm:spPr/>
      <dgm:t>
        <a:bodyPr/>
        <a:lstStyle/>
        <a:p>
          <a:endParaRPr lang="en-IN"/>
        </a:p>
      </dgm:t>
    </dgm:pt>
    <dgm:pt modelId="{9AF607EE-677D-4912-81F6-8CF8348CAFAF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 Generation Process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50C48242-F32E-43F9-8C8A-B47DC41FD6BC}" type="parTrans" cxnId="{F10FF188-52FD-4541-B99D-410E9597B3BB}">
      <dgm:prSet/>
      <dgm:spPr/>
      <dgm:t>
        <a:bodyPr/>
        <a:lstStyle/>
        <a:p>
          <a:endParaRPr lang="en-IN"/>
        </a:p>
      </dgm:t>
    </dgm:pt>
    <dgm:pt modelId="{66875624-D4A6-4767-86EB-2FB81934E466}" type="sibTrans" cxnId="{F10FF188-52FD-4541-B99D-410E9597B3BB}">
      <dgm:prSet/>
      <dgm:spPr/>
      <dgm:t>
        <a:bodyPr/>
        <a:lstStyle/>
        <a:p>
          <a:endParaRPr lang="en-IN"/>
        </a:p>
      </dgm:t>
    </dgm:pt>
    <dgm:pt modelId="{09EB9172-E3CA-415F-815D-F5C1DDEAD2F6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Diagram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CE0A1BFC-7B6D-47DB-8BB4-D872AF33209D}" type="parTrans" cxnId="{89DF3AB8-CDD2-40E0-8E3E-BB0AC4187378}">
      <dgm:prSet/>
      <dgm:spPr/>
      <dgm:t>
        <a:bodyPr/>
        <a:lstStyle/>
        <a:p>
          <a:endParaRPr lang="en-IN"/>
        </a:p>
      </dgm:t>
    </dgm:pt>
    <dgm:pt modelId="{E6CF305D-E87B-49DD-8564-D98D70AB823E}" type="sibTrans" cxnId="{89DF3AB8-CDD2-40E0-8E3E-BB0AC4187378}">
      <dgm:prSet/>
      <dgm:spPr/>
      <dgm:t>
        <a:bodyPr/>
        <a:lstStyle/>
        <a:p>
          <a:endParaRPr lang="en-IN"/>
        </a:p>
      </dgm:t>
    </dgm:pt>
    <dgm:pt modelId="{95B7D5FF-F102-40C3-ADAC-722DBEBEEA1B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Exception Handling</a:t>
          </a:r>
          <a:endParaRPr lang="en-IN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gm:t>
    </dgm:pt>
    <dgm:pt modelId="{FDF199F7-2712-4801-A0F4-F8372B0CF2A1}" type="parTrans" cxnId="{F089D299-E493-42F3-BD55-57013BCBE572}">
      <dgm:prSet/>
      <dgm:spPr/>
      <dgm:t>
        <a:bodyPr/>
        <a:lstStyle/>
        <a:p>
          <a:endParaRPr lang="en-IN"/>
        </a:p>
      </dgm:t>
    </dgm:pt>
    <dgm:pt modelId="{0DEDA63B-0FCA-4FD4-9EA1-025F02504439}" type="sibTrans" cxnId="{F089D299-E493-42F3-BD55-57013BCBE572}">
      <dgm:prSet/>
      <dgm:spPr/>
      <dgm:t>
        <a:bodyPr/>
        <a:lstStyle/>
        <a:p>
          <a:endParaRPr lang="en-IN"/>
        </a:p>
      </dgm:t>
    </dgm:pt>
    <dgm:pt modelId="{7FB9FF62-6B67-4B36-BD9C-A26E742265EA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</a:t>
          </a:r>
          <a:r>
            <a:rPr lang="en-IN" b="1" i="0" dirty="0" err="1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BillingSystem</a:t>
          </a:r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 - Methods</a:t>
          </a:r>
          <a:endParaRPr lang="en-IN" dirty="0"/>
        </a:p>
      </dgm:t>
    </dgm:pt>
    <dgm:pt modelId="{305D0841-3832-4D9E-83DC-7FA748FF8FFE}" type="parTrans" cxnId="{21AA4812-E7C8-4D18-A03D-C3F81ED1260C}">
      <dgm:prSet/>
      <dgm:spPr/>
      <dgm:t>
        <a:bodyPr/>
        <a:lstStyle/>
        <a:p>
          <a:endParaRPr lang="en-IN"/>
        </a:p>
      </dgm:t>
    </dgm:pt>
    <dgm:pt modelId="{69057313-B3FF-45E6-A7E6-2176B15FE2D9}" type="sibTrans" cxnId="{21AA4812-E7C8-4D18-A03D-C3F81ED1260C}">
      <dgm:prSet/>
      <dgm:spPr/>
      <dgm:t>
        <a:bodyPr/>
        <a:lstStyle/>
        <a:p>
          <a:endParaRPr lang="en-IN"/>
        </a:p>
      </dgm:t>
    </dgm:pt>
    <dgm:pt modelId="{7920C23C-BD08-48BB-9E73-57765302CCD6}">
      <dgm:prSet/>
      <dgm:spPr/>
      <dgm:t>
        <a:bodyPr/>
        <a:lstStyle/>
        <a:p>
          <a:r>
            <a:rPr lang="en-IN" b="1" i="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Output &amp; Features</a:t>
          </a:r>
          <a:endParaRPr lang="en-IN" dirty="0"/>
        </a:p>
      </dgm:t>
    </dgm:pt>
    <dgm:pt modelId="{1A933001-DB79-46C9-AB6B-6678990E48EC}" type="parTrans" cxnId="{849FFF73-8119-4483-8DE0-25EACB7C6DBD}">
      <dgm:prSet/>
      <dgm:spPr/>
      <dgm:t>
        <a:bodyPr/>
        <a:lstStyle/>
        <a:p>
          <a:endParaRPr lang="en-IN"/>
        </a:p>
      </dgm:t>
    </dgm:pt>
    <dgm:pt modelId="{2BA42189-B385-4CA9-88F2-4A445AB221DC}" type="sibTrans" cxnId="{849FFF73-8119-4483-8DE0-25EACB7C6DBD}">
      <dgm:prSet/>
      <dgm:spPr/>
      <dgm:t>
        <a:bodyPr/>
        <a:lstStyle/>
        <a:p>
          <a:endParaRPr lang="en-IN"/>
        </a:p>
      </dgm:t>
    </dgm:pt>
    <dgm:pt modelId="{9018AB9F-7CB2-4A7A-A73E-9A6D920DEAAF}" type="pres">
      <dgm:prSet presAssocID="{B4A76A25-D492-40C7-AB47-7EE31AF09E46}" presName="linearFlow" presStyleCnt="0">
        <dgm:presLayoutVars>
          <dgm:dir/>
          <dgm:resizeHandles val="exact"/>
        </dgm:presLayoutVars>
      </dgm:prSet>
      <dgm:spPr/>
    </dgm:pt>
    <dgm:pt modelId="{78EC7D52-38EC-493E-A7DE-F013135643CA}" type="pres">
      <dgm:prSet presAssocID="{7FB9FF62-6B67-4B36-BD9C-A26E742265EA}" presName="composite" presStyleCnt="0"/>
      <dgm:spPr/>
    </dgm:pt>
    <dgm:pt modelId="{AA864AAE-6D00-4408-B82F-CD919F0AA9B4}" type="pres">
      <dgm:prSet presAssocID="{7FB9FF62-6B67-4B36-BD9C-A26E742265EA}" presName="imgShp" presStyleLbl="fgImgPlace1" presStyleIdx="0" presStyleCnt="6"/>
      <dgm:spPr/>
    </dgm:pt>
    <dgm:pt modelId="{EF55A2A1-9213-4522-9FCD-AD965EF5A438}" type="pres">
      <dgm:prSet presAssocID="{7FB9FF62-6B67-4B36-BD9C-A26E742265EA}" presName="txShp" presStyleLbl="node1" presStyleIdx="0" presStyleCnt="6">
        <dgm:presLayoutVars>
          <dgm:bulletEnabled val="1"/>
        </dgm:presLayoutVars>
      </dgm:prSet>
      <dgm:spPr/>
    </dgm:pt>
    <dgm:pt modelId="{8F0931A9-E535-4929-BFB4-C0779021CC08}" type="pres">
      <dgm:prSet presAssocID="{69057313-B3FF-45E6-A7E6-2176B15FE2D9}" presName="spacing" presStyleCnt="0"/>
      <dgm:spPr/>
    </dgm:pt>
    <dgm:pt modelId="{E24321B0-1AC0-43A3-A6DF-8F9141D95FDD}" type="pres">
      <dgm:prSet presAssocID="{95B7D5FF-F102-40C3-ADAC-722DBEBEEA1B}" presName="composite" presStyleCnt="0"/>
      <dgm:spPr/>
    </dgm:pt>
    <dgm:pt modelId="{1C7139D4-6E22-432B-AD67-0314EE1DA9A0}" type="pres">
      <dgm:prSet presAssocID="{95B7D5FF-F102-40C3-ADAC-722DBEBEEA1B}" presName="imgShp" presStyleLbl="fgImgPlace1" presStyleIdx="1" presStyleCnt="6"/>
      <dgm:spPr/>
    </dgm:pt>
    <dgm:pt modelId="{0DE95839-E613-457D-B295-3AA31FCA9E0A}" type="pres">
      <dgm:prSet presAssocID="{95B7D5FF-F102-40C3-ADAC-722DBEBEEA1B}" presName="txShp" presStyleLbl="node1" presStyleIdx="1" presStyleCnt="6">
        <dgm:presLayoutVars>
          <dgm:bulletEnabled val="1"/>
        </dgm:presLayoutVars>
      </dgm:prSet>
      <dgm:spPr/>
    </dgm:pt>
    <dgm:pt modelId="{ED56EF5C-9AD4-4959-9D0C-A48CB553C9EE}" type="pres">
      <dgm:prSet presAssocID="{0DEDA63B-0FCA-4FD4-9EA1-025F02504439}" presName="spacing" presStyleCnt="0"/>
      <dgm:spPr/>
    </dgm:pt>
    <dgm:pt modelId="{D21AC999-BDD4-45D7-B172-D547EA2AB48D}" type="pres">
      <dgm:prSet presAssocID="{9D10AE03-B541-4B75-91EE-AD1ECC99E512}" presName="composite" presStyleCnt="0"/>
      <dgm:spPr/>
    </dgm:pt>
    <dgm:pt modelId="{984CAAAD-32B6-484C-9EA5-68B6A5177279}" type="pres">
      <dgm:prSet presAssocID="{9D10AE03-B541-4B75-91EE-AD1ECC99E512}" presName="imgShp" presStyleLbl="fgImgPlace1" presStyleIdx="2" presStyleCnt="6"/>
      <dgm:spPr/>
    </dgm:pt>
    <dgm:pt modelId="{D335F80A-96FF-4B6E-93AA-F7F1FB86AE69}" type="pres">
      <dgm:prSet presAssocID="{9D10AE03-B541-4B75-91EE-AD1ECC99E512}" presName="txShp" presStyleLbl="node1" presStyleIdx="2" presStyleCnt="6">
        <dgm:presLayoutVars>
          <dgm:bulletEnabled val="1"/>
        </dgm:presLayoutVars>
      </dgm:prSet>
      <dgm:spPr/>
    </dgm:pt>
    <dgm:pt modelId="{0C85133A-1877-45B0-A618-0814A3934D16}" type="pres">
      <dgm:prSet presAssocID="{7389D871-48E3-457E-96B1-6AEDB920CDAB}" presName="spacing" presStyleCnt="0"/>
      <dgm:spPr/>
    </dgm:pt>
    <dgm:pt modelId="{7761F6FD-351A-4329-B564-E81E40CC53F5}" type="pres">
      <dgm:prSet presAssocID="{9AF607EE-677D-4912-81F6-8CF8348CAFAF}" presName="composite" presStyleCnt="0"/>
      <dgm:spPr/>
    </dgm:pt>
    <dgm:pt modelId="{0EAB07C6-4340-46D9-B570-3C30A0BFC515}" type="pres">
      <dgm:prSet presAssocID="{9AF607EE-677D-4912-81F6-8CF8348CAFAF}" presName="imgShp" presStyleLbl="fgImgPlace1" presStyleIdx="3" presStyleCnt="6"/>
      <dgm:spPr/>
    </dgm:pt>
    <dgm:pt modelId="{CF1DAABA-5EC8-4E4F-9865-ADCCC69C838B}" type="pres">
      <dgm:prSet presAssocID="{9AF607EE-677D-4912-81F6-8CF8348CAFAF}" presName="txShp" presStyleLbl="node1" presStyleIdx="3" presStyleCnt="6">
        <dgm:presLayoutVars>
          <dgm:bulletEnabled val="1"/>
        </dgm:presLayoutVars>
      </dgm:prSet>
      <dgm:spPr/>
    </dgm:pt>
    <dgm:pt modelId="{FE78EFB7-9A0C-4544-8F50-551DB1C4BBB2}" type="pres">
      <dgm:prSet presAssocID="{66875624-D4A6-4767-86EB-2FB81934E466}" presName="spacing" presStyleCnt="0"/>
      <dgm:spPr/>
    </dgm:pt>
    <dgm:pt modelId="{CC8D598E-36E6-4C40-8AE3-A7D5B8E8C456}" type="pres">
      <dgm:prSet presAssocID="{09EB9172-E3CA-415F-815D-F5C1DDEAD2F6}" presName="composite" presStyleCnt="0"/>
      <dgm:spPr/>
    </dgm:pt>
    <dgm:pt modelId="{AB08C085-92E5-4E41-B80F-D0993B7CC28D}" type="pres">
      <dgm:prSet presAssocID="{09EB9172-E3CA-415F-815D-F5C1DDEAD2F6}" presName="imgShp" presStyleLbl="fgImgPlace1" presStyleIdx="4" presStyleCnt="6"/>
      <dgm:spPr/>
    </dgm:pt>
    <dgm:pt modelId="{8E55E055-D18B-41E1-AE47-5B353EE95417}" type="pres">
      <dgm:prSet presAssocID="{09EB9172-E3CA-415F-815D-F5C1DDEAD2F6}" presName="txShp" presStyleLbl="node1" presStyleIdx="4" presStyleCnt="6">
        <dgm:presLayoutVars>
          <dgm:bulletEnabled val="1"/>
        </dgm:presLayoutVars>
      </dgm:prSet>
      <dgm:spPr/>
    </dgm:pt>
    <dgm:pt modelId="{CA5E78FB-1C43-4EF9-B022-FF134B8F8BB5}" type="pres">
      <dgm:prSet presAssocID="{E6CF305D-E87B-49DD-8564-D98D70AB823E}" presName="spacing" presStyleCnt="0"/>
      <dgm:spPr/>
    </dgm:pt>
    <dgm:pt modelId="{4956262C-E1E9-4AF8-85AC-094EF084E21F}" type="pres">
      <dgm:prSet presAssocID="{7920C23C-BD08-48BB-9E73-57765302CCD6}" presName="composite" presStyleCnt="0"/>
      <dgm:spPr/>
    </dgm:pt>
    <dgm:pt modelId="{29BA41CD-283C-4780-AB39-9EE58E8D038E}" type="pres">
      <dgm:prSet presAssocID="{7920C23C-BD08-48BB-9E73-57765302CCD6}" presName="imgShp" presStyleLbl="fgImgPlace1" presStyleIdx="5" presStyleCnt="6"/>
      <dgm:spPr/>
    </dgm:pt>
    <dgm:pt modelId="{BAE69458-915B-4B60-B59F-80E4501DAE3D}" type="pres">
      <dgm:prSet presAssocID="{7920C23C-BD08-48BB-9E73-57765302CCD6}" presName="txShp" presStyleLbl="node1" presStyleIdx="5" presStyleCnt="6">
        <dgm:presLayoutVars>
          <dgm:bulletEnabled val="1"/>
        </dgm:presLayoutVars>
      </dgm:prSet>
      <dgm:spPr/>
    </dgm:pt>
  </dgm:ptLst>
  <dgm:cxnLst>
    <dgm:cxn modelId="{21AA4812-E7C8-4D18-A03D-C3F81ED1260C}" srcId="{B4A76A25-D492-40C7-AB47-7EE31AF09E46}" destId="{7FB9FF62-6B67-4B36-BD9C-A26E742265EA}" srcOrd="0" destOrd="0" parTransId="{305D0841-3832-4D9E-83DC-7FA748FF8FFE}" sibTransId="{69057313-B3FF-45E6-A7E6-2176B15FE2D9}"/>
    <dgm:cxn modelId="{BCB09F19-C714-481C-A6C3-02E1FD6CA1E9}" type="presOf" srcId="{B4A76A25-D492-40C7-AB47-7EE31AF09E46}" destId="{9018AB9F-7CB2-4A7A-A73E-9A6D920DEAAF}" srcOrd="0" destOrd="0" presId="urn:microsoft.com/office/officeart/2005/8/layout/vList3"/>
    <dgm:cxn modelId="{0005D029-32AF-4E73-9AA5-761C5EAB683D}" type="presOf" srcId="{7FB9FF62-6B67-4B36-BD9C-A26E742265EA}" destId="{EF55A2A1-9213-4522-9FCD-AD965EF5A438}" srcOrd="0" destOrd="0" presId="urn:microsoft.com/office/officeart/2005/8/layout/vList3"/>
    <dgm:cxn modelId="{28B59E40-E783-4224-8732-44396F79C683}" type="presOf" srcId="{09EB9172-E3CA-415F-815D-F5C1DDEAD2F6}" destId="{8E55E055-D18B-41E1-AE47-5B353EE95417}" srcOrd="0" destOrd="0" presId="urn:microsoft.com/office/officeart/2005/8/layout/vList3"/>
    <dgm:cxn modelId="{CBC82369-4C9B-470A-9518-9E917EF3BE54}" type="presOf" srcId="{7920C23C-BD08-48BB-9E73-57765302CCD6}" destId="{BAE69458-915B-4B60-B59F-80E4501DAE3D}" srcOrd="0" destOrd="0" presId="urn:microsoft.com/office/officeart/2005/8/layout/vList3"/>
    <dgm:cxn modelId="{765EBB49-2608-4A28-81AD-3DC4EDC1A82F}" type="presOf" srcId="{95B7D5FF-F102-40C3-ADAC-722DBEBEEA1B}" destId="{0DE95839-E613-457D-B295-3AA31FCA9E0A}" srcOrd="0" destOrd="0" presId="urn:microsoft.com/office/officeart/2005/8/layout/vList3"/>
    <dgm:cxn modelId="{849FFF73-8119-4483-8DE0-25EACB7C6DBD}" srcId="{B4A76A25-D492-40C7-AB47-7EE31AF09E46}" destId="{7920C23C-BD08-48BB-9E73-57765302CCD6}" srcOrd="5" destOrd="0" parTransId="{1A933001-DB79-46C9-AB6B-6678990E48EC}" sibTransId="{2BA42189-B385-4CA9-88F2-4A445AB221DC}"/>
    <dgm:cxn modelId="{F10FF188-52FD-4541-B99D-410E9597B3BB}" srcId="{B4A76A25-D492-40C7-AB47-7EE31AF09E46}" destId="{9AF607EE-677D-4912-81F6-8CF8348CAFAF}" srcOrd="3" destOrd="0" parTransId="{50C48242-F32E-43F9-8C8A-B47DC41FD6BC}" sibTransId="{66875624-D4A6-4767-86EB-2FB81934E466}"/>
    <dgm:cxn modelId="{F089D299-E493-42F3-BD55-57013BCBE572}" srcId="{B4A76A25-D492-40C7-AB47-7EE31AF09E46}" destId="{95B7D5FF-F102-40C3-ADAC-722DBEBEEA1B}" srcOrd="1" destOrd="0" parTransId="{FDF199F7-2712-4801-A0F4-F8372B0CF2A1}" sibTransId="{0DEDA63B-0FCA-4FD4-9EA1-025F02504439}"/>
    <dgm:cxn modelId="{0CE03AA1-59C6-4B93-9A58-57D619549131}" type="presOf" srcId="{9AF607EE-677D-4912-81F6-8CF8348CAFAF}" destId="{CF1DAABA-5EC8-4E4F-9865-ADCCC69C838B}" srcOrd="0" destOrd="0" presId="urn:microsoft.com/office/officeart/2005/8/layout/vList3"/>
    <dgm:cxn modelId="{64751DA9-03C5-456E-A500-593E48926F38}" type="presOf" srcId="{9D10AE03-B541-4B75-91EE-AD1ECC99E512}" destId="{D335F80A-96FF-4B6E-93AA-F7F1FB86AE69}" srcOrd="0" destOrd="0" presId="urn:microsoft.com/office/officeart/2005/8/layout/vList3"/>
    <dgm:cxn modelId="{89DF3AB8-CDD2-40E0-8E3E-BB0AC4187378}" srcId="{B4A76A25-D492-40C7-AB47-7EE31AF09E46}" destId="{09EB9172-E3CA-415F-815D-F5C1DDEAD2F6}" srcOrd="4" destOrd="0" parTransId="{CE0A1BFC-7B6D-47DB-8BB4-D872AF33209D}" sibTransId="{E6CF305D-E87B-49DD-8564-D98D70AB823E}"/>
    <dgm:cxn modelId="{5DA98FD0-34D3-44CD-9181-783086B76231}" srcId="{B4A76A25-D492-40C7-AB47-7EE31AF09E46}" destId="{9D10AE03-B541-4B75-91EE-AD1ECC99E512}" srcOrd="2" destOrd="0" parTransId="{029A66F4-6EF6-4067-B932-54D902B0F1AD}" sibTransId="{7389D871-48E3-457E-96B1-6AEDB920CDAB}"/>
    <dgm:cxn modelId="{23B056D2-9124-4476-8201-ADC7563546FB}" type="presParOf" srcId="{9018AB9F-7CB2-4A7A-A73E-9A6D920DEAAF}" destId="{78EC7D52-38EC-493E-A7DE-F013135643CA}" srcOrd="0" destOrd="0" presId="urn:microsoft.com/office/officeart/2005/8/layout/vList3"/>
    <dgm:cxn modelId="{5ACDE2B9-8FBA-4352-BF73-BF690EB72806}" type="presParOf" srcId="{78EC7D52-38EC-493E-A7DE-F013135643CA}" destId="{AA864AAE-6D00-4408-B82F-CD919F0AA9B4}" srcOrd="0" destOrd="0" presId="urn:microsoft.com/office/officeart/2005/8/layout/vList3"/>
    <dgm:cxn modelId="{85C00B63-C274-45A9-A823-D3767880E6C4}" type="presParOf" srcId="{78EC7D52-38EC-493E-A7DE-F013135643CA}" destId="{EF55A2A1-9213-4522-9FCD-AD965EF5A438}" srcOrd="1" destOrd="0" presId="urn:microsoft.com/office/officeart/2005/8/layout/vList3"/>
    <dgm:cxn modelId="{1D5B541F-4486-4B91-8CD4-838D848BE6F5}" type="presParOf" srcId="{9018AB9F-7CB2-4A7A-A73E-9A6D920DEAAF}" destId="{8F0931A9-E535-4929-BFB4-C0779021CC08}" srcOrd="1" destOrd="0" presId="urn:microsoft.com/office/officeart/2005/8/layout/vList3"/>
    <dgm:cxn modelId="{6974425E-0DE0-4B26-8A7C-832472B6E109}" type="presParOf" srcId="{9018AB9F-7CB2-4A7A-A73E-9A6D920DEAAF}" destId="{E24321B0-1AC0-43A3-A6DF-8F9141D95FDD}" srcOrd="2" destOrd="0" presId="urn:microsoft.com/office/officeart/2005/8/layout/vList3"/>
    <dgm:cxn modelId="{548C40C2-EB52-4795-8D0B-FF318757FDAE}" type="presParOf" srcId="{E24321B0-1AC0-43A3-A6DF-8F9141D95FDD}" destId="{1C7139D4-6E22-432B-AD67-0314EE1DA9A0}" srcOrd="0" destOrd="0" presId="urn:microsoft.com/office/officeart/2005/8/layout/vList3"/>
    <dgm:cxn modelId="{208B59FE-85FA-4DCE-8A04-E75646BE8586}" type="presParOf" srcId="{E24321B0-1AC0-43A3-A6DF-8F9141D95FDD}" destId="{0DE95839-E613-457D-B295-3AA31FCA9E0A}" srcOrd="1" destOrd="0" presId="urn:microsoft.com/office/officeart/2005/8/layout/vList3"/>
    <dgm:cxn modelId="{2CC1BAAB-B3CD-410D-9234-F655FD1F9A4C}" type="presParOf" srcId="{9018AB9F-7CB2-4A7A-A73E-9A6D920DEAAF}" destId="{ED56EF5C-9AD4-4959-9D0C-A48CB553C9EE}" srcOrd="3" destOrd="0" presId="urn:microsoft.com/office/officeart/2005/8/layout/vList3"/>
    <dgm:cxn modelId="{316C1D26-E61D-4648-84C5-9D50A4086C10}" type="presParOf" srcId="{9018AB9F-7CB2-4A7A-A73E-9A6D920DEAAF}" destId="{D21AC999-BDD4-45D7-B172-D547EA2AB48D}" srcOrd="4" destOrd="0" presId="urn:microsoft.com/office/officeart/2005/8/layout/vList3"/>
    <dgm:cxn modelId="{D677F860-463E-4AF3-8E33-F805E1D8A920}" type="presParOf" srcId="{D21AC999-BDD4-45D7-B172-D547EA2AB48D}" destId="{984CAAAD-32B6-484C-9EA5-68B6A5177279}" srcOrd="0" destOrd="0" presId="urn:microsoft.com/office/officeart/2005/8/layout/vList3"/>
    <dgm:cxn modelId="{735E6B10-205A-482D-ADE1-5A7280675EC8}" type="presParOf" srcId="{D21AC999-BDD4-45D7-B172-D547EA2AB48D}" destId="{D335F80A-96FF-4B6E-93AA-F7F1FB86AE69}" srcOrd="1" destOrd="0" presId="urn:microsoft.com/office/officeart/2005/8/layout/vList3"/>
    <dgm:cxn modelId="{FAB95D59-A6F6-42DC-9A6F-C91EFA1DD39A}" type="presParOf" srcId="{9018AB9F-7CB2-4A7A-A73E-9A6D920DEAAF}" destId="{0C85133A-1877-45B0-A618-0814A3934D16}" srcOrd="5" destOrd="0" presId="urn:microsoft.com/office/officeart/2005/8/layout/vList3"/>
    <dgm:cxn modelId="{1A38E3CD-1A88-43B4-9260-12649AD12239}" type="presParOf" srcId="{9018AB9F-7CB2-4A7A-A73E-9A6D920DEAAF}" destId="{7761F6FD-351A-4329-B564-E81E40CC53F5}" srcOrd="6" destOrd="0" presId="urn:microsoft.com/office/officeart/2005/8/layout/vList3"/>
    <dgm:cxn modelId="{DDEEAB22-CE6F-4D11-8C0C-880009DBFF60}" type="presParOf" srcId="{7761F6FD-351A-4329-B564-E81E40CC53F5}" destId="{0EAB07C6-4340-46D9-B570-3C30A0BFC515}" srcOrd="0" destOrd="0" presId="urn:microsoft.com/office/officeart/2005/8/layout/vList3"/>
    <dgm:cxn modelId="{1FECF142-4AC6-4257-92B0-C69CE21E0F8E}" type="presParOf" srcId="{7761F6FD-351A-4329-B564-E81E40CC53F5}" destId="{CF1DAABA-5EC8-4E4F-9865-ADCCC69C838B}" srcOrd="1" destOrd="0" presId="urn:microsoft.com/office/officeart/2005/8/layout/vList3"/>
    <dgm:cxn modelId="{3E5BC2B7-C136-4550-AF67-0A2BFF87A1AB}" type="presParOf" srcId="{9018AB9F-7CB2-4A7A-A73E-9A6D920DEAAF}" destId="{FE78EFB7-9A0C-4544-8F50-551DB1C4BBB2}" srcOrd="7" destOrd="0" presId="urn:microsoft.com/office/officeart/2005/8/layout/vList3"/>
    <dgm:cxn modelId="{A2954E0E-E5F3-4BA6-A8FB-7DD19D94AE62}" type="presParOf" srcId="{9018AB9F-7CB2-4A7A-A73E-9A6D920DEAAF}" destId="{CC8D598E-36E6-4C40-8AE3-A7D5B8E8C456}" srcOrd="8" destOrd="0" presId="urn:microsoft.com/office/officeart/2005/8/layout/vList3"/>
    <dgm:cxn modelId="{1AE578D5-E336-4F83-A094-F1FCA3F1B8C8}" type="presParOf" srcId="{CC8D598E-36E6-4C40-8AE3-A7D5B8E8C456}" destId="{AB08C085-92E5-4E41-B80F-D0993B7CC28D}" srcOrd="0" destOrd="0" presId="urn:microsoft.com/office/officeart/2005/8/layout/vList3"/>
    <dgm:cxn modelId="{F120C273-2CAD-4C4E-8E32-C327B31CBFA0}" type="presParOf" srcId="{CC8D598E-36E6-4C40-8AE3-A7D5B8E8C456}" destId="{8E55E055-D18B-41E1-AE47-5B353EE95417}" srcOrd="1" destOrd="0" presId="urn:microsoft.com/office/officeart/2005/8/layout/vList3"/>
    <dgm:cxn modelId="{97F3E08B-B74C-402A-B0A0-F45D798BE708}" type="presParOf" srcId="{9018AB9F-7CB2-4A7A-A73E-9A6D920DEAAF}" destId="{CA5E78FB-1C43-4EF9-B022-FF134B8F8BB5}" srcOrd="9" destOrd="0" presId="urn:microsoft.com/office/officeart/2005/8/layout/vList3"/>
    <dgm:cxn modelId="{F19C00FF-B525-49F4-9C7B-ADA9BAC38541}" type="presParOf" srcId="{9018AB9F-7CB2-4A7A-A73E-9A6D920DEAAF}" destId="{4956262C-E1E9-4AF8-85AC-094EF084E21F}" srcOrd="10" destOrd="0" presId="urn:microsoft.com/office/officeart/2005/8/layout/vList3"/>
    <dgm:cxn modelId="{C00CE715-DE49-450D-8841-3EC3DE54BE4B}" type="presParOf" srcId="{4956262C-E1E9-4AF8-85AC-094EF084E21F}" destId="{29BA41CD-283C-4780-AB39-9EE58E8D038E}" srcOrd="0" destOrd="0" presId="urn:microsoft.com/office/officeart/2005/8/layout/vList3"/>
    <dgm:cxn modelId="{C6286A95-2F63-453A-92D5-639D3AEB28B2}" type="presParOf" srcId="{4956262C-E1E9-4AF8-85AC-094EF084E21F}" destId="{BAE69458-915B-4B60-B59F-80E4501DAE3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5905F0-D45F-4CD7-9942-1B9C2128727E}" type="doc">
      <dgm:prSet loTypeId="urn:microsoft.com/office/officeart/2005/8/layout/pyramid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6A8D0A8B-0B67-44D9-93F4-18C93854FA61}">
      <dgm:prSet/>
      <dgm:spPr/>
      <dgm:t>
        <a:bodyPr/>
        <a:lstStyle/>
        <a:p>
          <a:r>
            <a:rPr lang="en-IN" b="0" i="0"/>
            <a:t>Admin Login</a:t>
          </a:r>
          <a:endParaRPr lang="en-IN"/>
        </a:p>
      </dgm:t>
    </dgm:pt>
    <dgm:pt modelId="{AF6919C5-116A-4C66-888D-458D6B1A235B}" type="parTrans" cxnId="{FCE21E45-D522-4A39-A428-DD7F5F58A7DF}">
      <dgm:prSet/>
      <dgm:spPr/>
      <dgm:t>
        <a:bodyPr/>
        <a:lstStyle/>
        <a:p>
          <a:endParaRPr lang="en-IN"/>
        </a:p>
      </dgm:t>
    </dgm:pt>
    <dgm:pt modelId="{AD84B379-B9EB-467D-ADD2-EB21D04905D8}" type="sibTrans" cxnId="{FCE21E45-D522-4A39-A428-DD7F5F58A7DF}">
      <dgm:prSet/>
      <dgm:spPr/>
      <dgm:t>
        <a:bodyPr/>
        <a:lstStyle/>
        <a:p>
          <a:endParaRPr lang="en-IN"/>
        </a:p>
      </dgm:t>
    </dgm:pt>
    <dgm:pt modelId="{89C3C62A-F8BC-4307-A9A2-986B5AF1F93E}">
      <dgm:prSet/>
      <dgm:spPr/>
      <dgm:t>
        <a:bodyPr/>
        <a:lstStyle/>
        <a:p>
          <a:r>
            <a:rPr lang="en-IN" b="0" i="0"/>
            <a:t>Load Inventory</a:t>
          </a:r>
          <a:endParaRPr lang="en-IN"/>
        </a:p>
      </dgm:t>
    </dgm:pt>
    <dgm:pt modelId="{ADA35610-DD9E-4E0B-AE79-D67FE0B0975D}" type="parTrans" cxnId="{1D002010-C359-4A16-81B5-DEEAC4BEE7EA}">
      <dgm:prSet/>
      <dgm:spPr/>
      <dgm:t>
        <a:bodyPr/>
        <a:lstStyle/>
        <a:p>
          <a:endParaRPr lang="en-IN"/>
        </a:p>
      </dgm:t>
    </dgm:pt>
    <dgm:pt modelId="{342F3EE9-CA8E-4110-8B40-4F083969CF29}" type="sibTrans" cxnId="{1D002010-C359-4A16-81B5-DEEAC4BEE7EA}">
      <dgm:prSet/>
      <dgm:spPr/>
      <dgm:t>
        <a:bodyPr/>
        <a:lstStyle/>
        <a:p>
          <a:endParaRPr lang="en-IN"/>
        </a:p>
      </dgm:t>
    </dgm:pt>
    <dgm:pt modelId="{A9F1D9C7-369D-4F97-9419-0F0F22CD9424}">
      <dgm:prSet/>
      <dgm:spPr/>
      <dgm:t>
        <a:bodyPr/>
        <a:lstStyle/>
        <a:p>
          <a:r>
            <a:rPr lang="en-IN" b="0" i="0"/>
            <a:t>Manage Products (Add/Edit/Delete/View)</a:t>
          </a:r>
          <a:endParaRPr lang="en-IN"/>
        </a:p>
      </dgm:t>
    </dgm:pt>
    <dgm:pt modelId="{818948D4-B463-478F-9034-ED9ED783B59F}" type="parTrans" cxnId="{CD3F8517-7879-45F5-9F0E-87AAAE91B8A7}">
      <dgm:prSet/>
      <dgm:spPr/>
      <dgm:t>
        <a:bodyPr/>
        <a:lstStyle/>
        <a:p>
          <a:endParaRPr lang="en-IN"/>
        </a:p>
      </dgm:t>
    </dgm:pt>
    <dgm:pt modelId="{A67B0825-EC8A-4E12-9847-8F3BF136ECFC}" type="sibTrans" cxnId="{CD3F8517-7879-45F5-9F0E-87AAAE91B8A7}">
      <dgm:prSet/>
      <dgm:spPr/>
      <dgm:t>
        <a:bodyPr/>
        <a:lstStyle/>
        <a:p>
          <a:endParaRPr lang="en-IN"/>
        </a:p>
      </dgm:t>
    </dgm:pt>
    <dgm:pt modelId="{45F01AF1-EC5A-4492-BCE4-1D573F40D689}">
      <dgm:prSet/>
      <dgm:spPr/>
      <dgm:t>
        <a:bodyPr/>
        <a:lstStyle/>
        <a:p>
          <a:r>
            <a:rPr lang="en-IN" b="0" i="0"/>
            <a:t>Generate Customer Bill</a:t>
          </a:r>
          <a:endParaRPr lang="en-IN"/>
        </a:p>
      </dgm:t>
    </dgm:pt>
    <dgm:pt modelId="{EA29B0BF-A626-4116-B67F-2C16A3BFD3D5}" type="parTrans" cxnId="{B324D35E-0B6D-4026-8774-AAB89F1E1E80}">
      <dgm:prSet/>
      <dgm:spPr/>
      <dgm:t>
        <a:bodyPr/>
        <a:lstStyle/>
        <a:p>
          <a:endParaRPr lang="en-IN"/>
        </a:p>
      </dgm:t>
    </dgm:pt>
    <dgm:pt modelId="{6AB9F0EE-6121-43C7-9233-58BDCF8E2164}" type="sibTrans" cxnId="{B324D35E-0B6D-4026-8774-AAB89F1E1E80}">
      <dgm:prSet/>
      <dgm:spPr/>
      <dgm:t>
        <a:bodyPr/>
        <a:lstStyle/>
        <a:p>
          <a:endParaRPr lang="en-IN"/>
        </a:p>
      </dgm:t>
    </dgm:pt>
    <dgm:pt modelId="{147FA638-979D-446C-A8FE-070CC02C6706}">
      <dgm:prSet/>
      <dgm:spPr/>
      <dgm:t>
        <a:bodyPr/>
        <a:lstStyle/>
        <a:p>
          <a:r>
            <a:rPr lang="en-IN" b="0" i="0"/>
            <a:t>Calculate GST &amp; Discount</a:t>
          </a:r>
          <a:endParaRPr lang="en-IN"/>
        </a:p>
      </dgm:t>
    </dgm:pt>
    <dgm:pt modelId="{0479233C-D32A-49A4-B769-CA3770D629FB}" type="parTrans" cxnId="{239BEF74-6DEF-49A0-8CA1-5D03A210A264}">
      <dgm:prSet/>
      <dgm:spPr/>
      <dgm:t>
        <a:bodyPr/>
        <a:lstStyle/>
        <a:p>
          <a:endParaRPr lang="en-IN"/>
        </a:p>
      </dgm:t>
    </dgm:pt>
    <dgm:pt modelId="{7749B260-3867-442D-8D27-1372EC3823E4}" type="sibTrans" cxnId="{239BEF74-6DEF-49A0-8CA1-5D03A210A264}">
      <dgm:prSet/>
      <dgm:spPr/>
      <dgm:t>
        <a:bodyPr/>
        <a:lstStyle/>
        <a:p>
          <a:endParaRPr lang="en-IN"/>
        </a:p>
      </dgm:t>
    </dgm:pt>
    <dgm:pt modelId="{B566F3E2-8A00-4671-9BEB-1D51DF20B67D}">
      <dgm:prSet/>
      <dgm:spPr/>
      <dgm:t>
        <a:bodyPr/>
        <a:lstStyle/>
        <a:p>
          <a:r>
            <a:rPr lang="en-IN" b="0" i="0"/>
            <a:t>Save and Display Bill</a:t>
          </a:r>
          <a:endParaRPr lang="en-IN"/>
        </a:p>
      </dgm:t>
    </dgm:pt>
    <dgm:pt modelId="{B37C27F3-DA3F-4038-BFD3-5F7539ECA967}" type="parTrans" cxnId="{A3C1302E-057A-4CC3-861D-584E99A1CF2A}">
      <dgm:prSet/>
      <dgm:spPr/>
      <dgm:t>
        <a:bodyPr/>
        <a:lstStyle/>
        <a:p>
          <a:endParaRPr lang="en-IN"/>
        </a:p>
      </dgm:t>
    </dgm:pt>
    <dgm:pt modelId="{A0BE7781-6939-42B0-9834-66B5B87248B7}" type="sibTrans" cxnId="{A3C1302E-057A-4CC3-861D-584E99A1CF2A}">
      <dgm:prSet/>
      <dgm:spPr/>
      <dgm:t>
        <a:bodyPr/>
        <a:lstStyle/>
        <a:p>
          <a:endParaRPr lang="en-IN"/>
        </a:p>
      </dgm:t>
    </dgm:pt>
    <dgm:pt modelId="{2FC26A43-FC56-4C29-B1E9-E3712571363C}" type="pres">
      <dgm:prSet presAssocID="{A75905F0-D45F-4CD7-9942-1B9C2128727E}" presName="compositeShape" presStyleCnt="0">
        <dgm:presLayoutVars>
          <dgm:dir/>
          <dgm:resizeHandles/>
        </dgm:presLayoutVars>
      </dgm:prSet>
      <dgm:spPr/>
    </dgm:pt>
    <dgm:pt modelId="{EDE5FF4D-1946-43B5-92F4-A560CEDCB500}" type="pres">
      <dgm:prSet presAssocID="{A75905F0-D45F-4CD7-9942-1B9C2128727E}" presName="pyramid" presStyleLbl="node1" presStyleIdx="0" presStyleCnt="1"/>
      <dgm:spPr/>
    </dgm:pt>
    <dgm:pt modelId="{D2BD0D32-ECB2-4FDA-BA81-C1732A9221B7}" type="pres">
      <dgm:prSet presAssocID="{A75905F0-D45F-4CD7-9942-1B9C2128727E}" presName="theList" presStyleCnt="0"/>
      <dgm:spPr/>
    </dgm:pt>
    <dgm:pt modelId="{D93CA1A7-25DB-4F74-87F3-DB65A9B6A843}" type="pres">
      <dgm:prSet presAssocID="{6A8D0A8B-0B67-44D9-93F4-18C93854FA61}" presName="aNode" presStyleLbl="fgAcc1" presStyleIdx="0" presStyleCnt="6">
        <dgm:presLayoutVars>
          <dgm:bulletEnabled val="1"/>
        </dgm:presLayoutVars>
      </dgm:prSet>
      <dgm:spPr/>
    </dgm:pt>
    <dgm:pt modelId="{5A9C4750-A3D8-479B-8C38-5DE7B8A95023}" type="pres">
      <dgm:prSet presAssocID="{6A8D0A8B-0B67-44D9-93F4-18C93854FA61}" presName="aSpace" presStyleCnt="0"/>
      <dgm:spPr/>
    </dgm:pt>
    <dgm:pt modelId="{ACC0D23B-337A-427B-B085-F5C8F735AA13}" type="pres">
      <dgm:prSet presAssocID="{89C3C62A-F8BC-4307-A9A2-986B5AF1F93E}" presName="aNode" presStyleLbl="fgAcc1" presStyleIdx="1" presStyleCnt="6">
        <dgm:presLayoutVars>
          <dgm:bulletEnabled val="1"/>
        </dgm:presLayoutVars>
      </dgm:prSet>
      <dgm:spPr/>
    </dgm:pt>
    <dgm:pt modelId="{D4F75572-1147-4FD3-B362-11437DB53494}" type="pres">
      <dgm:prSet presAssocID="{89C3C62A-F8BC-4307-A9A2-986B5AF1F93E}" presName="aSpace" presStyleCnt="0"/>
      <dgm:spPr/>
    </dgm:pt>
    <dgm:pt modelId="{66B2B3DA-9BED-449B-BBEE-B1170E59EDDC}" type="pres">
      <dgm:prSet presAssocID="{A9F1D9C7-369D-4F97-9419-0F0F22CD9424}" presName="aNode" presStyleLbl="fgAcc1" presStyleIdx="2" presStyleCnt="6">
        <dgm:presLayoutVars>
          <dgm:bulletEnabled val="1"/>
        </dgm:presLayoutVars>
      </dgm:prSet>
      <dgm:spPr/>
    </dgm:pt>
    <dgm:pt modelId="{7040C579-B7BB-44CC-A831-A64403B9EDE5}" type="pres">
      <dgm:prSet presAssocID="{A9F1D9C7-369D-4F97-9419-0F0F22CD9424}" presName="aSpace" presStyleCnt="0"/>
      <dgm:spPr/>
    </dgm:pt>
    <dgm:pt modelId="{2446A206-B215-46D5-BF8D-8CD7B1760B38}" type="pres">
      <dgm:prSet presAssocID="{45F01AF1-EC5A-4492-BCE4-1D573F40D689}" presName="aNode" presStyleLbl="fgAcc1" presStyleIdx="3" presStyleCnt="6">
        <dgm:presLayoutVars>
          <dgm:bulletEnabled val="1"/>
        </dgm:presLayoutVars>
      </dgm:prSet>
      <dgm:spPr/>
    </dgm:pt>
    <dgm:pt modelId="{4CB71C86-B5F3-4177-B1A3-1E535F9DA228}" type="pres">
      <dgm:prSet presAssocID="{45F01AF1-EC5A-4492-BCE4-1D573F40D689}" presName="aSpace" presStyleCnt="0"/>
      <dgm:spPr/>
    </dgm:pt>
    <dgm:pt modelId="{2A45CC91-E459-4CD0-A354-5328BBD74095}" type="pres">
      <dgm:prSet presAssocID="{147FA638-979D-446C-A8FE-070CC02C6706}" presName="aNode" presStyleLbl="fgAcc1" presStyleIdx="4" presStyleCnt="6">
        <dgm:presLayoutVars>
          <dgm:bulletEnabled val="1"/>
        </dgm:presLayoutVars>
      </dgm:prSet>
      <dgm:spPr/>
    </dgm:pt>
    <dgm:pt modelId="{DF26CCD7-E954-4470-9377-7F8A0CF2C37E}" type="pres">
      <dgm:prSet presAssocID="{147FA638-979D-446C-A8FE-070CC02C6706}" presName="aSpace" presStyleCnt="0"/>
      <dgm:spPr/>
    </dgm:pt>
    <dgm:pt modelId="{7EC115D1-DBD0-4BBF-A257-8340C1331340}" type="pres">
      <dgm:prSet presAssocID="{B566F3E2-8A00-4671-9BEB-1D51DF20B67D}" presName="aNode" presStyleLbl="fgAcc1" presStyleIdx="5" presStyleCnt="6">
        <dgm:presLayoutVars>
          <dgm:bulletEnabled val="1"/>
        </dgm:presLayoutVars>
      </dgm:prSet>
      <dgm:spPr/>
    </dgm:pt>
    <dgm:pt modelId="{9E05BF1B-1A4A-4727-8EC9-A2C30C5FAD2D}" type="pres">
      <dgm:prSet presAssocID="{B566F3E2-8A00-4671-9BEB-1D51DF20B67D}" presName="aSpace" presStyleCnt="0"/>
      <dgm:spPr/>
    </dgm:pt>
  </dgm:ptLst>
  <dgm:cxnLst>
    <dgm:cxn modelId="{1D002010-C359-4A16-81B5-DEEAC4BEE7EA}" srcId="{A75905F0-D45F-4CD7-9942-1B9C2128727E}" destId="{89C3C62A-F8BC-4307-A9A2-986B5AF1F93E}" srcOrd="1" destOrd="0" parTransId="{ADA35610-DD9E-4E0B-AE79-D67FE0B0975D}" sibTransId="{342F3EE9-CA8E-4110-8B40-4F083969CF29}"/>
    <dgm:cxn modelId="{CD3F8517-7879-45F5-9F0E-87AAAE91B8A7}" srcId="{A75905F0-D45F-4CD7-9942-1B9C2128727E}" destId="{A9F1D9C7-369D-4F97-9419-0F0F22CD9424}" srcOrd="2" destOrd="0" parTransId="{818948D4-B463-478F-9034-ED9ED783B59F}" sibTransId="{A67B0825-EC8A-4E12-9847-8F3BF136ECFC}"/>
    <dgm:cxn modelId="{A3C1302E-057A-4CC3-861D-584E99A1CF2A}" srcId="{A75905F0-D45F-4CD7-9942-1B9C2128727E}" destId="{B566F3E2-8A00-4671-9BEB-1D51DF20B67D}" srcOrd="5" destOrd="0" parTransId="{B37C27F3-DA3F-4038-BFD3-5F7539ECA967}" sibTransId="{A0BE7781-6939-42B0-9834-66B5B87248B7}"/>
    <dgm:cxn modelId="{B324D35E-0B6D-4026-8774-AAB89F1E1E80}" srcId="{A75905F0-D45F-4CD7-9942-1B9C2128727E}" destId="{45F01AF1-EC5A-4492-BCE4-1D573F40D689}" srcOrd="3" destOrd="0" parTransId="{EA29B0BF-A626-4116-B67F-2C16A3BFD3D5}" sibTransId="{6AB9F0EE-6121-43C7-9233-58BDCF8E2164}"/>
    <dgm:cxn modelId="{FCE21E45-D522-4A39-A428-DD7F5F58A7DF}" srcId="{A75905F0-D45F-4CD7-9942-1B9C2128727E}" destId="{6A8D0A8B-0B67-44D9-93F4-18C93854FA61}" srcOrd="0" destOrd="0" parTransId="{AF6919C5-116A-4C66-888D-458D6B1A235B}" sibTransId="{AD84B379-B9EB-467D-ADD2-EB21D04905D8}"/>
    <dgm:cxn modelId="{D32A8546-0825-47B0-BEEB-AA70CED8EBB2}" type="presOf" srcId="{6A8D0A8B-0B67-44D9-93F4-18C93854FA61}" destId="{D93CA1A7-25DB-4F74-87F3-DB65A9B6A843}" srcOrd="0" destOrd="0" presId="urn:microsoft.com/office/officeart/2005/8/layout/pyramid2"/>
    <dgm:cxn modelId="{A2A61171-B197-423E-8D94-A38808A8ACFC}" type="presOf" srcId="{A75905F0-D45F-4CD7-9942-1B9C2128727E}" destId="{2FC26A43-FC56-4C29-B1E9-E3712571363C}" srcOrd="0" destOrd="0" presId="urn:microsoft.com/office/officeart/2005/8/layout/pyramid2"/>
    <dgm:cxn modelId="{239BEF74-6DEF-49A0-8CA1-5D03A210A264}" srcId="{A75905F0-D45F-4CD7-9942-1B9C2128727E}" destId="{147FA638-979D-446C-A8FE-070CC02C6706}" srcOrd="4" destOrd="0" parTransId="{0479233C-D32A-49A4-B769-CA3770D629FB}" sibTransId="{7749B260-3867-442D-8D27-1372EC3823E4}"/>
    <dgm:cxn modelId="{40527B77-A549-46FD-8A38-1120C246A781}" type="presOf" srcId="{147FA638-979D-446C-A8FE-070CC02C6706}" destId="{2A45CC91-E459-4CD0-A354-5328BBD74095}" srcOrd="0" destOrd="0" presId="urn:microsoft.com/office/officeart/2005/8/layout/pyramid2"/>
    <dgm:cxn modelId="{E8A5DB86-88CF-4032-A496-73A50FE0E913}" type="presOf" srcId="{B566F3E2-8A00-4671-9BEB-1D51DF20B67D}" destId="{7EC115D1-DBD0-4BBF-A257-8340C1331340}" srcOrd="0" destOrd="0" presId="urn:microsoft.com/office/officeart/2005/8/layout/pyramid2"/>
    <dgm:cxn modelId="{D4EEBF8B-08BA-4DED-90EE-44A024042748}" type="presOf" srcId="{45F01AF1-EC5A-4492-BCE4-1D573F40D689}" destId="{2446A206-B215-46D5-BF8D-8CD7B1760B38}" srcOrd="0" destOrd="0" presId="urn:microsoft.com/office/officeart/2005/8/layout/pyramid2"/>
    <dgm:cxn modelId="{B78EB2A1-4ACC-47BA-AD4D-E2740FC015D1}" type="presOf" srcId="{89C3C62A-F8BC-4307-A9A2-986B5AF1F93E}" destId="{ACC0D23B-337A-427B-B085-F5C8F735AA13}" srcOrd="0" destOrd="0" presId="urn:microsoft.com/office/officeart/2005/8/layout/pyramid2"/>
    <dgm:cxn modelId="{05A13FA4-4E0B-4C2B-B942-DD32CA1A4665}" type="presOf" srcId="{A9F1D9C7-369D-4F97-9419-0F0F22CD9424}" destId="{66B2B3DA-9BED-449B-BBEE-B1170E59EDDC}" srcOrd="0" destOrd="0" presId="urn:microsoft.com/office/officeart/2005/8/layout/pyramid2"/>
    <dgm:cxn modelId="{90E59351-FECC-4665-861E-E9ADCD0F013C}" type="presParOf" srcId="{2FC26A43-FC56-4C29-B1E9-E3712571363C}" destId="{EDE5FF4D-1946-43B5-92F4-A560CEDCB500}" srcOrd="0" destOrd="0" presId="urn:microsoft.com/office/officeart/2005/8/layout/pyramid2"/>
    <dgm:cxn modelId="{96600154-F61D-415C-A48E-DE151AE6D586}" type="presParOf" srcId="{2FC26A43-FC56-4C29-B1E9-E3712571363C}" destId="{D2BD0D32-ECB2-4FDA-BA81-C1732A9221B7}" srcOrd="1" destOrd="0" presId="urn:microsoft.com/office/officeart/2005/8/layout/pyramid2"/>
    <dgm:cxn modelId="{571B2F0E-2C8F-4461-9814-064DA523A65C}" type="presParOf" srcId="{D2BD0D32-ECB2-4FDA-BA81-C1732A9221B7}" destId="{D93CA1A7-25DB-4F74-87F3-DB65A9B6A843}" srcOrd="0" destOrd="0" presId="urn:microsoft.com/office/officeart/2005/8/layout/pyramid2"/>
    <dgm:cxn modelId="{5A719A45-141C-44BA-9F6E-3BEB2B971016}" type="presParOf" srcId="{D2BD0D32-ECB2-4FDA-BA81-C1732A9221B7}" destId="{5A9C4750-A3D8-479B-8C38-5DE7B8A95023}" srcOrd="1" destOrd="0" presId="urn:microsoft.com/office/officeart/2005/8/layout/pyramid2"/>
    <dgm:cxn modelId="{63C3DD13-0197-49F6-953B-B1F30CFBE9F6}" type="presParOf" srcId="{D2BD0D32-ECB2-4FDA-BA81-C1732A9221B7}" destId="{ACC0D23B-337A-427B-B085-F5C8F735AA13}" srcOrd="2" destOrd="0" presId="urn:microsoft.com/office/officeart/2005/8/layout/pyramid2"/>
    <dgm:cxn modelId="{4A09FFB3-9BA5-49F8-A671-BF5F8F5CA5B1}" type="presParOf" srcId="{D2BD0D32-ECB2-4FDA-BA81-C1732A9221B7}" destId="{D4F75572-1147-4FD3-B362-11437DB53494}" srcOrd="3" destOrd="0" presId="urn:microsoft.com/office/officeart/2005/8/layout/pyramid2"/>
    <dgm:cxn modelId="{152B9021-0823-4950-9EDB-82D7B615C1EC}" type="presParOf" srcId="{D2BD0D32-ECB2-4FDA-BA81-C1732A9221B7}" destId="{66B2B3DA-9BED-449B-BBEE-B1170E59EDDC}" srcOrd="4" destOrd="0" presId="urn:microsoft.com/office/officeart/2005/8/layout/pyramid2"/>
    <dgm:cxn modelId="{8BAA5E72-9C5F-40F4-9395-0AA642E50C16}" type="presParOf" srcId="{D2BD0D32-ECB2-4FDA-BA81-C1732A9221B7}" destId="{7040C579-B7BB-44CC-A831-A64403B9EDE5}" srcOrd="5" destOrd="0" presId="urn:microsoft.com/office/officeart/2005/8/layout/pyramid2"/>
    <dgm:cxn modelId="{EECBBB87-26E7-4A4D-906F-FF639F52FB27}" type="presParOf" srcId="{D2BD0D32-ECB2-4FDA-BA81-C1732A9221B7}" destId="{2446A206-B215-46D5-BF8D-8CD7B1760B38}" srcOrd="6" destOrd="0" presId="urn:microsoft.com/office/officeart/2005/8/layout/pyramid2"/>
    <dgm:cxn modelId="{3B568FF8-85BE-4111-9F47-390EB39AE540}" type="presParOf" srcId="{D2BD0D32-ECB2-4FDA-BA81-C1732A9221B7}" destId="{4CB71C86-B5F3-4177-B1A3-1E535F9DA228}" srcOrd="7" destOrd="0" presId="urn:microsoft.com/office/officeart/2005/8/layout/pyramid2"/>
    <dgm:cxn modelId="{AB3CD21F-5B57-487E-9628-A5D4A1E6F2E7}" type="presParOf" srcId="{D2BD0D32-ECB2-4FDA-BA81-C1732A9221B7}" destId="{2A45CC91-E459-4CD0-A354-5328BBD74095}" srcOrd="8" destOrd="0" presId="urn:microsoft.com/office/officeart/2005/8/layout/pyramid2"/>
    <dgm:cxn modelId="{CF327F07-16A1-4E2D-B7BA-2E07DC7CBFFE}" type="presParOf" srcId="{D2BD0D32-ECB2-4FDA-BA81-C1732A9221B7}" destId="{DF26CCD7-E954-4470-9377-7F8A0CF2C37E}" srcOrd="9" destOrd="0" presId="urn:microsoft.com/office/officeart/2005/8/layout/pyramid2"/>
    <dgm:cxn modelId="{4C109389-6259-4580-AEE0-0F140A744B1C}" type="presParOf" srcId="{D2BD0D32-ECB2-4FDA-BA81-C1732A9221B7}" destId="{7EC115D1-DBD0-4BBF-A257-8340C1331340}" srcOrd="10" destOrd="0" presId="urn:microsoft.com/office/officeart/2005/8/layout/pyramid2"/>
    <dgm:cxn modelId="{506AFB6E-B600-4A55-9A4C-3AC69D7278E5}" type="presParOf" srcId="{D2BD0D32-ECB2-4FDA-BA81-C1732A9221B7}" destId="{9E05BF1B-1A4A-4727-8EC9-A2C30C5FAD2D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2252F8-5B4E-449A-9C15-853465F4930E}" type="doc">
      <dgm:prSet loTypeId="urn:microsoft.com/office/officeart/2011/layout/CircleProcess" loCatId="process" qsTypeId="urn:microsoft.com/office/officeart/2005/8/quickstyle/simple2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267D95EC-0070-49DA-8B60-E280EA90C04B}">
      <dgm:prSet/>
      <dgm:spPr/>
      <dgm:t>
        <a:bodyPr/>
        <a:lstStyle/>
        <a:p>
          <a:r>
            <a:rPr lang="en-IN" b="0" i="0"/>
            <a:t>Enter Customer Name</a:t>
          </a:r>
          <a:endParaRPr lang="en-IN"/>
        </a:p>
      </dgm:t>
    </dgm:pt>
    <dgm:pt modelId="{C1D8C20A-6566-4F1D-89A8-EC116260E343}" type="parTrans" cxnId="{F8D9F07D-C084-4CC8-81E3-348CE54BFEB2}">
      <dgm:prSet/>
      <dgm:spPr/>
      <dgm:t>
        <a:bodyPr/>
        <a:lstStyle/>
        <a:p>
          <a:endParaRPr lang="en-IN"/>
        </a:p>
      </dgm:t>
    </dgm:pt>
    <dgm:pt modelId="{681A5C0B-540E-46AF-B934-C91CF14CD137}" type="sibTrans" cxnId="{F8D9F07D-C084-4CC8-81E3-348CE54BFEB2}">
      <dgm:prSet/>
      <dgm:spPr/>
      <dgm:t>
        <a:bodyPr/>
        <a:lstStyle/>
        <a:p>
          <a:endParaRPr lang="en-IN"/>
        </a:p>
      </dgm:t>
    </dgm:pt>
    <dgm:pt modelId="{05369536-69DE-4F69-8103-A65807752C0F}">
      <dgm:prSet/>
      <dgm:spPr/>
      <dgm:t>
        <a:bodyPr/>
        <a:lstStyle/>
        <a:p>
          <a:r>
            <a:rPr lang="en-IN" b="0" i="0"/>
            <a:t>Select Products by ID</a:t>
          </a:r>
          <a:endParaRPr lang="en-IN"/>
        </a:p>
      </dgm:t>
    </dgm:pt>
    <dgm:pt modelId="{94D1B807-7653-47AF-AAA5-F0F54D9C150E}" type="parTrans" cxnId="{DC68AFC8-EBBF-4DD4-B688-013F7FD37065}">
      <dgm:prSet/>
      <dgm:spPr/>
      <dgm:t>
        <a:bodyPr/>
        <a:lstStyle/>
        <a:p>
          <a:endParaRPr lang="en-IN"/>
        </a:p>
      </dgm:t>
    </dgm:pt>
    <dgm:pt modelId="{D31340EC-763C-4976-A9B7-8D45E74F9DB1}" type="sibTrans" cxnId="{DC68AFC8-EBBF-4DD4-B688-013F7FD37065}">
      <dgm:prSet/>
      <dgm:spPr/>
      <dgm:t>
        <a:bodyPr/>
        <a:lstStyle/>
        <a:p>
          <a:endParaRPr lang="en-IN"/>
        </a:p>
      </dgm:t>
    </dgm:pt>
    <dgm:pt modelId="{2B3C0445-979C-4165-B17C-D819C64F1038}">
      <dgm:prSet/>
      <dgm:spPr/>
      <dgm:t>
        <a:bodyPr/>
        <a:lstStyle/>
        <a:p>
          <a:r>
            <a:rPr lang="en-IN" b="0" i="0"/>
            <a:t>Enter Quantity</a:t>
          </a:r>
          <a:endParaRPr lang="en-IN"/>
        </a:p>
      </dgm:t>
    </dgm:pt>
    <dgm:pt modelId="{5EBACBB4-8918-4222-86C4-E779D571E2A0}" type="parTrans" cxnId="{CA455A44-4156-4A5B-AE8F-6A3C70A74C7D}">
      <dgm:prSet/>
      <dgm:spPr/>
      <dgm:t>
        <a:bodyPr/>
        <a:lstStyle/>
        <a:p>
          <a:endParaRPr lang="en-IN"/>
        </a:p>
      </dgm:t>
    </dgm:pt>
    <dgm:pt modelId="{5C7FED87-808A-49A8-9966-8E43B5FCD09B}" type="sibTrans" cxnId="{CA455A44-4156-4A5B-AE8F-6A3C70A74C7D}">
      <dgm:prSet/>
      <dgm:spPr/>
      <dgm:t>
        <a:bodyPr/>
        <a:lstStyle/>
        <a:p>
          <a:endParaRPr lang="en-IN"/>
        </a:p>
      </dgm:t>
    </dgm:pt>
    <dgm:pt modelId="{8F2B3A67-4CBB-419D-A8BD-981AE07FD974}">
      <dgm:prSet/>
      <dgm:spPr/>
      <dgm:t>
        <a:bodyPr/>
        <a:lstStyle/>
        <a:p>
          <a:r>
            <a:rPr lang="en-IN" b="0" i="0"/>
            <a:t>Validate Stock Availability</a:t>
          </a:r>
          <a:endParaRPr lang="en-IN"/>
        </a:p>
      </dgm:t>
    </dgm:pt>
    <dgm:pt modelId="{52B560F6-DAB2-4C3B-AD1C-520C6EECAB80}" type="parTrans" cxnId="{E4DD4CFD-E86D-4D17-9C0F-1F232E206620}">
      <dgm:prSet/>
      <dgm:spPr/>
      <dgm:t>
        <a:bodyPr/>
        <a:lstStyle/>
        <a:p>
          <a:endParaRPr lang="en-IN"/>
        </a:p>
      </dgm:t>
    </dgm:pt>
    <dgm:pt modelId="{7ADC3F53-72BC-42D7-B318-63D1D480AA14}" type="sibTrans" cxnId="{E4DD4CFD-E86D-4D17-9C0F-1F232E206620}">
      <dgm:prSet/>
      <dgm:spPr/>
      <dgm:t>
        <a:bodyPr/>
        <a:lstStyle/>
        <a:p>
          <a:endParaRPr lang="en-IN"/>
        </a:p>
      </dgm:t>
    </dgm:pt>
    <dgm:pt modelId="{55D6A0C0-F8D6-4B5E-B861-41A4B56ABF05}">
      <dgm:prSet/>
      <dgm:spPr/>
      <dgm:t>
        <a:bodyPr/>
        <a:lstStyle/>
        <a:p>
          <a:r>
            <a:rPr lang="en-IN" b="0" i="0"/>
            <a:t>Calculate Subtotal, GST, Discount</a:t>
          </a:r>
          <a:endParaRPr lang="en-IN"/>
        </a:p>
      </dgm:t>
    </dgm:pt>
    <dgm:pt modelId="{33B17539-DE21-47EC-8714-D197375480B6}" type="parTrans" cxnId="{B9506167-2296-4FFA-8633-D5CF10709D6D}">
      <dgm:prSet/>
      <dgm:spPr/>
      <dgm:t>
        <a:bodyPr/>
        <a:lstStyle/>
        <a:p>
          <a:endParaRPr lang="en-IN"/>
        </a:p>
      </dgm:t>
    </dgm:pt>
    <dgm:pt modelId="{CE3B0B5B-D055-4C66-A7B6-E845FDD9C12D}" type="sibTrans" cxnId="{B9506167-2296-4FFA-8633-D5CF10709D6D}">
      <dgm:prSet/>
      <dgm:spPr/>
      <dgm:t>
        <a:bodyPr/>
        <a:lstStyle/>
        <a:p>
          <a:endParaRPr lang="en-IN"/>
        </a:p>
      </dgm:t>
    </dgm:pt>
    <dgm:pt modelId="{7349C8D2-E973-4E9A-8422-98B1C567AAB7}">
      <dgm:prSet/>
      <dgm:spPr/>
      <dgm:t>
        <a:bodyPr/>
        <a:lstStyle/>
        <a:p>
          <a:r>
            <a:rPr lang="en-IN" b="0" i="0"/>
            <a:t>Save Bill File</a:t>
          </a:r>
          <a:endParaRPr lang="en-IN"/>
        </a:p>
      </dgm:t>
    </dgm:pt>
    <dgm:pt modelId="{36051277-EF12-4858-9DCC-13A5F46DEDC0}" type="parTrans" cxnId="{E1AB36AF-DA8A-451B-B6D9-CAE8404F9727}">
      <dgm:prSet/>
      <dgm:spPr/>
      <dgm:t>
        <a:bodyPr/>
        <a:lstStyle/>
        <a:p>
          <a:endParaRPr lang="en-IN"/>
        </a:p>
      </dgm:t>
    </dgm:pt>
    <dgm:pt modelId="{90AAA345-C9EE-4C2A-AE9E-F4010F4795AB}" type="sibTrans" cxnId="{E1AB36AF-DA8A-451B-B6D9-CAE8404F9727}">
      <dgm:prSet/>
      <dgm:spPr/>
      <dgm:t>
        <a:bodyPr/>
        <a:lstStyle/>
        <a:p>
          <a:endParaRPr lang="en-IN"/>
        </a:p>
      </dgm:t>
    </dgm:pt>
    <dgm:pt modelId="{7B69CC79-24B2-4788-977F-7CF317ADF0D8}">
      <dgm:prSet/>
      <dgm:spPr/>
      <dgm:t>
        <a:bodyPr/>
        <a:lstStyle/>
        <a:p>
          <a:r>
            <a:rPr lang="en-IN" b="0" i="0"/>
            <a:t>Open Bill in Notepad</a:t>
          </a:r>
          <a:endParaRPr lang="en-IN"/>
        </a:p>
      </dgm:t>
    </dgm:pt>
    <dgm:pt modelId="{0113EF44-BA02-4F5B-B4C2-1AF77E634E8A}" type="parTrans" cxnId="{CAA0E655-FB61-428D-A91A-0B22EFD0EF56}">
      <dgm:prSet/>
      <dgm:spPr/>
      <dgm:t>
        <a:bodyPr/>
        <a:lstStyle/>
        <a:p>
          <a:endParaRPr lang="en-IN"/>
        </a:p>
      </dgm:t>
    </dgm:pt>
    <dgm:pt modelId="{4CF68480-3827-4811-B659-F18EDC27D7CF}" type="sibTrans" cxnId="{CAA0E655-FB61-428D-A91A-0B22EFD0EF56}">
      <dgm:prSet/>
      <dgm:spPr/>
      <dgm:t>
        <a:bodyPr/>
        <a:lstStyle/>
        <a:p>
          <a:endParaRPr lang="en-IN"/>
        </a:p>
      </dgm:t>
    </dgm:pt>
    <dgm:pt modelId="{5216C62E-6903-40B9-A659-805ED17430CC}" type="pres">
      <dgm:prSet presAssocID="{CB2252F8-5B4E-449A-9C15-853465F4930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D0464CA-44D3-4497-BE54-F280ABF56087}" type="pres">
      <dgm:prSet presAssocID="{7B69CC79-24B2-4788-977F-7CF317ADF0D8}" presName="Accent7" presStyleCnt="0"/>
      <dgm:spPr/>
    </dgm:pt>
    <dgm:pt modelId="{65C44589-2D5A-4719-80E0-A9DF9E6FB716}" type="pres">
      <dgm:prSet presAssocID="{7B69CC79-24B2-4788-977F-7CF317ADF0D8}" presName="Accent" presStyleLbl="node1" presStyleIdx="0" presStyleCnt="7"/>
      <dgm:spPr/>
    </dgm:pt>
    <dgm:pt modelId="{61A7BD76-8EBD-40BC-9C7F-E82397FD3345}" type="pres">
      <dgm:prSet presAssocID="{7B69CC79-24B2-4788-977F-7CF317ADF0D8}" presName="ParentBackground7" presStyleCnt="0"/>
      <dgm:spPr/>
    </dgm:pt>
    <dgm:pt modelId="{8AE40ED3-5F6C-4CF1-8D4C-0EE674FE3B6B}" type="pres">
      <dgm:prSet presAssocID="{7B69CC79-24B2-4788-977F-7CF317ADF0D8}" presName="ParentBackground" presStyleLbl="fgAcc1" presStyleIdx="0" presStyleCnt="7"/>
      <dgm:spPr/>
    </dgm:pt>
    <dgm:pt modelId="{B0B9EA55-E30D-487B-838D-F409760E714F}" type="pres">
      <dgm:prSet presAssocID="{7B69CC79-24B2-4788-977F-7CF317ADF0D8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C3E32C3E-F502-415F-BD8B-775A940A0D02}" type="pres">
      <dgm:prSet presAssocID="{7349C8D2-E973-4E9A-8422-98B1C567AAB7}" presName="Accent6" presStyleCnt="0"/>
      <dgm:spPr/>
    </dgm:pt>
    <dgm:pt modelId="{3EE0FED6-96F9-44F9-B7A1-80B3970C17A1}" type="pres">
      <dgm:prSet presAssocID="{7349C8D2-E973-4E9A-8422-98B1C567AAB7}" presName="Accent" presStyleLbl="node1" presStyleIdx="1" presStyleCnt="7"/>
      <dgm:spPr/>
    </dgm:pt>
    <dgm:pt modelId="{1BBA262A-6239-4068-96EC-EDD099D78868}" type="pres">
      <dgm:prSet presAssocID="{7349C8D2-E973-4E9A-8422-98B1C567AAB7}" presName="ParentBackground6" presStyleCnt="0"/>
      <dgm:spPr/>
    </dgm:pt>
    <dgm:pt modelId="{DE460B1A-DF42-46E7-A626-7F2780F91315}" type="pres">
      <dgm:prSet presAssocID="{7349C8D2-E973-4E9A-8422-98B1C567AAB7}" presName="ParentBackground" presStyleLbl="fgAcc1" presStyleIdx="1" presStyleCnt="7"/>
      <dgm:spPr/>
    </dgm:pt>
    <dgm:pt modelId="{33D06862-5B53-4320-BEBA-8B231A27FE5A}" type="pres">
      <dgm:prSet presAssocID="{7349C8D2-E973-4E9A-8422-98B1C567AAB7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5F5673F-B732-4406-9E44-71192D189AF2}" type="pres">
      <dgm:prSet presAssocID="{55D6A0C0-F8D6-4B5E-B861-41A4B56ABF05}" presName="Accent5" presStyleCnt="0"/>
      <dgm:spPr/>
    </dgm:pt>
    <dgm:pt modelId="{5051F080-EC22-4353-9BC9-B1AD5525417B}" type="pres">
      <dgm:prSet presAssocID="{55D6A0C0-F8D6-4B5E-B861-41A4B56ABF05}" presName="Accent" presStyleLbl="node1" presStyleIdx="2" presStyleCnt="7"/>
      <dgm:spPr/>
    </dgm:pt>
    <dgm:pt modelId="{FE5F0A0C-90D1-4E65-8BB4-9CE6FE219D55}" type="pres">
      <dgm:prSet presAssocID="{55D6A0C0-F8D6-4B5E-B861-41A4B56ABF05}" presName="ParentBackground5" presStyleCnt="0"/>
      <dgm:spPr/>
    </dgm:pt>
    <dgm:pt modelId="{D9B99B65-7A8E-4608-96B9-031A36DF8D7A}" type="pres">
      <dgm:prSet presAssocID="{55D6A0C0-F8D6-4B5E-B861-41A4B56ABF05}" presName="ParentBackground" presStyleLbl="fgAcc1" presStyleIdx="2" presStyleCnt="7"/>
      <dgm:spPr/>
    </dgm:pt>
    <dgm:pt modelId="{1D1A72D1-4FC2-470A-8132-3DF0AD04945F}" type="pres">
      <dgm:prSet presAssocID="{55D6A0C0-F8D6-4B5E-B861-41A4B56ABF0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580DB8D-5D7E-4F87-A5CB-5920C88E8325}" type="pres">
      <dgm:prSet presAssocID="{8F2B3A67-4CBB-419D-A8BD-981AE07FD974}" presName="Accent4" presStyleCnt="0"/>
      <dgm:spPr/>
    </dgm:pt>
    <dgm:pt modelId="{3A13DC0F-3A12-4A20-8C25-91EEC4DF0953}" type="pres">
      <dgm:prSet presAssocID="{8F2B3A67-4CBB-419D-A8BD-981AE07FD974}" presName="Accent" presStyleLbl="node1" presStyleIdx="3" presStyleCnt="7"/>
      <dgm:spPr/>
    </dgm:pt>
    <dgm:pt modelId="{E4E2E8F3-52F3-436F-8C44-042ED062ABFC}" type="pres">
      <dgm:prSet presAssocID="{8F2B3A67-4CBB-419D-A8BD-981AE07FD974}" presName="ParentBackground4" presStyleCnt="0"/>
      <dgm:spPr/>
    </dgm:pt>
    <dgm:pt modelId="{D37D8F93-49CE-4873-BACA-BAA0776D8908}" type="pres">
      <dgm:prSet presAssocID="{8F2B3A67-4CBB-419D-A8BD-981AE07FD974}" presName="ParentBackground" presStyleLbl="fgAcc1" presStyleIdx="3" presStyleCnt="7"/>
      <dgm:spPr/>
    </dgm:pt>
    <dgm:pt modelId="{2DB278AB-0978-4DEA-B6D1-0587C8304BBE}" type="pres">
      <dgm:prSet presAssocID="{8F2B3A67-4CBB-419D-A8BD-981AE07FD974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A85A2E0-CDAB-4B8E-9BA9-DDCE75AB99AA}" type="pres">
      <dgm:prSet presAssocID="{2B3C0445-979C-4165-B17C-D819C64F1038}" presName="Accent3" presStyleCnt="0"/>
      <dgm:spPr/>
    </dgm:pt>
    <dgm:pt modelId="{9A1947B3-C066-4F39-AEC1-4824B7A38E04}" type="pres">
      <dgm:prSet presAssocID="{2B3C0445-979C-4165-B17C-D819C64F1038}" presName="Accent" presStyleLbl="node1" presStyleIdx="4" presStyleCnt="7"/>
      <dgm:spPr/>
    </dgm:pt>
    <dgm:pt modelId="{3D77970F-1D59-4E04-8AEE-B96C205AD3ED}" type="pres">
      <dgm:prSet presAssocID="{2B3C0445-979C-4165-B17C-D819C64F1038}" presName="ParentBackground3" presStyleCnt="0"/>
      <dgm:spPr/>
    </dgm:pt>
    <dgm:pt modelId="{0C041641-9631-4843-AB37-94C431BF3EA6}" type="pres">
      <dgm:prSet presAssocID="{2B3C0445-979C-4165-B17C-D819C64F1038}" presName="ParentBackground" presStyleLbl="fgAcc1" presStyleIdx="4" presStyleCnt="7"/>
      <dgm:spPr/>
    </dgm:pt>
    <dgm:pt modelId="{9E3F8453-8E4E-4138-85C6-03A351917CBF}" type="pres">
      <dgm:prSet presAssocID="{2B3C0445-979C-4165-B17C-D819C64F103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D394DA0-B625-46EA-90F1-E7977392E925}" type="pres">
      <dgm:prSet presAssocID="{05369536-69DE-4F69-8103-A65807752C0F}" presName="Accent2" presStyleCnt="0"/>
      <dgm:spPr/>
    </dgm:pt>
    <dgm:pt modelId="{3C253BA3-3542-4A46-9919-634F765EC132}" type="pres">
      <dgm:prSet presAssocID="{05369536-69DE-4F69-8103-A65807752C0F}" presName="Accent" presStyleLbl="node1" presStyleIdx="5" presStyleCnt="7"/>
      <dgm:spPr/>
    </dgm:pt>
    <dgm:pt modelId="{7BC24957-750D-4CB4-B7CD-2C5DE468089A}" type="pres">
      <dgm:prSet presAssocID="{05369536-69DE-4F69-8103-A65807752C0F}" presName="ParentBackground2" presStyleCnt="0"/>
      <dgm:spPr/>
    </dgm:pt>
    <dgm:pt modelId="{AFF9867B-9B0F-4550-AD7E-23BF9665CEB2}" type="pres">
      <dgm:prSet presAssocID="{05369536-69DE-4F69-8103-A65807752C0F}" presName="ParentBackground" presStyleLbl="fgAcc1" presStyleIdx="5" presStyleCnt="7"/>
      <dgm:spPr/>
    </dgm:pt>
    <dgm:pt modelId="{D909B1EA-FC0E-4155-99F6-8CEB1D0B888B}" type="pres">
      <dgm:prSet presAssocID="{05369536-69DE-4F69-8103-A65807752C0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3E000E4-99B8-434F-8C22-9239E579AA73}" type="pres">
      <dgm:prSet presAssocID="{267D95EC-0070-49DA-8B60-E280EA90C04B}" presName="Accent1" presStyleCnt="0"/>
      <dgm:spPr/>
    </dgm:pt>
    <dgm:pt modelId="{A031A984-2D99-4E12-970F-9E5D8FF70584}" type="pres">
      <dgm:prSet presAssocID="{267D95EC-0070-49DA-8B60-E280EA90C04B}" presName="Accent" presStyleLbl="node1" presStyleIdx="6" presStyleCnt="7"/>
      <dgm:spPr/>
    </dgm:pt>
    <dgm:pt modelId="{8CBAB9F5-23E7-415A-BB59-90DACD5E8F65}" type="pres">
      <dgm:prSet presAssocID="{267D95EC-0070-49DA-8B60-E280EA90C04B}" presName="ParentBackground1" presStyleCnt="0"/>
      <dgm:spPr/>
    </dgm:pt>
    <dgm:pt modelId="{E78D1F20-512F-431C-AAE5-A63598279AD7}" type="pres">
      <dgm:prSet presAssocID="{267D95EC-0070-49DA-8B60-E280EA90C04B}" presName="ParentBackground" presStyleLbl="fgAcc1" presStyleIdx="6" presStyleCnt="7"/>
      <dgm:spPr/>
    </dgm:pt>
    <dgm:pt modelId="{8C7B5168-AE1D-4AEA-9DF8-B4FF4428FBF5}" type="pres">
      <dgm:prSet presAssocID="{267D95EC-0070-49DA-8B60-E280EA90C04B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060D517-3968-461F-A759-207437C8E3AC}" type="presOf" srcId="{CB2252F8-5B4E-449A-9C15-853465F4930E}" destId="{5216C62E-6903-40B9-A659-805ED17430CC}" srcOrd="0" destOrd="0" presId="urn:microsoft.com/office/officeart/2011/layout/CircleProcess"/>
    <dgm:cxn modelId="{1CC98B22-05DF-4C3F-925B-7A70962C3137}" type="presOf" srcId="{05369536-69DE-4F69-8103-A65807752C0F}" destId="{D909B1EA-FC0E-4155-99F6-8CEB1D0B888B}" srcOrd="1" destOrd="0" presId="urn:microsoft.com/office/officeart/2011/layout/CircleProcess"/>
    <dgm:cxn modelId="{62EAC722-CEDB-4D09-9E51-7752C9306DDA}" type="presOf" srcId="{7B69CC79-24B2-4788-977F-7CF317ADF0D8}" destId="{8AE40ED3-5F6C-4CF1-8D4C-0EE674FE3B6B}" srcOrd="0" destOrd="0" presId="urn:microsoft.com/office/officeart/2011/layout/CircleProcess"/>
    <dgm:cxn modelId="{E51A7235-4233-41E3-BA77-3C7775CD98E8}" type="presOf" srcId="{55D6A0C0-F8D6-4B5E-B861-41A4B56ABF05}" destId="{D9B99B65-7A8E-4608-96B9-031A36DF8D7A}" srcOrd="0" destOrd="0" presId="urn:microsoft.com/office/officeart/2011/layout/CircleProcess"/>
    <dgm:cxn modelId="{CA455A44-4156-4A5B-AE8F-6A3C70A74C7D}" srcId="{CB2252F8-5B4E-449A-9C15-853465F4930E}" destId="{2B3C0445-979C-4165-B17C-D819C64F1038}" srcOrd="2" destOrd="0" parTransId="{5EBACBB4-8918-4222-86C4-E779D571E2A0}" sibTransId="{5C7FED87-808A-49A8-9966-8E43B5FCD09B}"/>
    <dgm:cxn modelId="{B9506167-2296-4FFA-8633-D5CF10709D6D}" srcId="{CB2252F8-5B4E-449A-9C15-853465F4930E}" destId="{55D6A0C0-F8D6-4B5E-B861-41A4B56ABF05}" srcOrd="4" destOrd="0" parTransId="{33B17539-DE21-47EC-8714-D197375480B6}" sibTransId="{CE3B0B5B-D055-4C66-A7B6-E845FDD9C12D}"/>
    <dgm:cxn modelId="{20F5E948-4791-45F8-94E0-03F55C20568A}" type="presOf" srcId="{7349C8D2-E973-4E9A-8422-98B1C567AAB7}" destId="{DE460B1A-DF42-46E7-A626-7F2780F91315}" srcOrd="0" destOrd="0" presId="urn:microsoft.com/office/officeart/2011/layout/CircleProcess"/>
    <dgm:cxn modelId="{6F5FD254-15AA-421B-95A4-5499BAA40D64}" type="presOf" srcId="{05369536-69DE-4F69-8103-A65807752C0F}" destId="{AFF9867B-9B0F-4550-AD7E-23BF9665CEB2}" srcOrd="0" destOrd="0" presId="urn:microsoft.com/office/officeart/2011/layout/CircleProcess"/>
    <dgm:cxn modelId="{CAA0E655-FB61-428D-A91A-0B22EFD0EF56}" srcId="{CB2252F8-5B4E-449A-9C15-853465F4930E}" destId="{7B69CC79-24B2-4788-977F-7CF317ADF0D8}" srcOrd="6" destOrd="0" parTransId="{0113EF44-BA02-4F5B-B4C2-1AF77E634E8A}" sibTransId="{4CF68480-3827-4811-B659-F18EDC27D7CF}"/>
    <dgm:cxn modelId="{C15D5076-596F-4BD6-A07F-332218AFD1B4}" type="presOf" srcId="{267D95EC-0070-49DA-8B60-E280EA90C04B}" destId="{E78D1F20-512F-431C-AAE5-A63598279AD7}" srcOrd="0" destOrd="0" presId="urn:microsoft.com/office/officeart/2011/layout/CircleProcess"/>
    <dgm:cxn modelId="{F8D9F07D-C084-4CC8-81E3-348CE54BFEB2}" srcId="{CB2252F8-5B4E-449A-9C15-853465F4930E}" destId="{267D95EC-0070-49DA-8B60-E280EA90C04B}" srcOrd="0" destOrd="0" parTransId="{C1D8C20A-6566-4F1D-89A8-EC116260E343}" sibTransId="{681A5C0B-540E-46AF-B934-C91CF14CD137}"/>
    <dgm:cxn modelId="{2794B085-6EA5-4052-A100-66212CD465A9}" type="presOf" srcId="{55D6A0C0-F8D6-4B5E-B861-41A4B56ABF05}" destId="{1D1A72D1-4FC2-470A-8132-3DF0AD04945F}" srcOrd="1" destOrd="0" presId="urn:microsoft.com/office/officeart/2011/layout/CircleProcess"/>
    <dgm:cxn modelId="{27991D88-0842-4421-8420-374A90EBA7CA}" type="presOf" srcId="{8F2B3A67-4CBB-419D-A8BD-981AE07FD974}" destId="{D37D8F93-49CE-4873-BACA-BAA0776D8908}" srcOrd="0" destOrd="0" presId="urn:microsoft.com/office/officeart/2011/layout/CircleProcess"/>
    <dgm:cxn modelId="{DC4B058D-4E13-490F-B5B5-92D498E55914}" type="presOf" srcId="{7B69CC79-24B2-4788-977F-7CF317ADF0D8}" destId="{B0B9EA55-E30D-487B-838D-F409760E714F}" srcOrd="1" destOrd="0" presId="urn:microsoft.com/office/officeart/2011/layout/CircleProcess"/>
    <dgm:cxn modelId="{0BA4F998-C081-43E5-877F-BEC67FF8A8B0}" type="presOf" srcId="{2B3C0445-979C-4165-B17C-D819C64F1038}" destId="{9E3F8453-8E4E-4138-85C6-03A351917CBF}" srcOrd="1" destOrd="0" presId="urn:microsoft.com/office/officeart/2011/layout/CircleProcess"/>
    <dgm:cxn modelId="{DC1DE69C-407B-46D7-9DF5-AFBC2980208C}" type="presOf" srcId="{8F2B3A67-4CBB-419D-A8BD-981AE07FD974}" destId="{2DB278AB-0978-4DEA-B6D1-0587C8304BBE}" srcOrd="1" destOrd="0" presId="urn:microsoft.com/office/officeart/2011/layout/CircleProcess"/>
    <dgm:cxn modelId="{DBDCB9A8-AEDE-4DDF-B5E3-50270D9649E4}" type="presOf" srcId="{267D95EC-0070-49DA-8B60-E280EA90C04B}" destId="{8C7B5168-AE1D-4AEA-9DF8-B4FF4428FBF5}" srcOrd="1" destOrd="0" presId="urn:microsoft.com/office/officeart/2011/layout/CircleProcess"/>
    <dgm:cxn modelId="{E1AB36AF-DA8A-451B-B6D9-CAE8404F9727}" srcId="{CB2252F8-5B4E-449A-9C15-853465F4930E}" destId="{7349C8D2-E973-4E9A-8422-98B1C567AAB7}" srcOrd="5" destOrd="0" parTransId="{36051277-EF12-4858-9DCC-13A5F46DEDC0}" sibTransId="{90AAA345-C9EE-4C2A-AE9E-F4010F4795AB}"/>
    <dgm:cxn modelId="{13EBC1C3-ABA7-4061-A7D1-9A3CBB446483}" type="presOf" srcId="{2B3C0445-979C-4165-B17C-D819C64F1038}" destId="{0C041641-9631-4843-AB37-94C431BF3EA6}" srcOrd="0" destOrd="0" presId="urn:microsoft.com/office/officeart/2011/layout/CircleProcess"/>
    <dgm:cxn modelId="{DC68AFC8-EBBF-4DD4-B688-013F7FD37065}" srcId="{CB2252F8-5B4E-449A-9C15-853465F4930E}" destId="{05369536-69DE-4F69-8103-A65807752C0F}" srcOrd="1" destOrd="0" parTransId="{94D1B807-7653-47AF-AAA5-F0F54D9C150E}" sibTransId="{D31340EC-763C-4976-A9B7-8D45E74F9DB1}"/>
    <dgm:cxn modelId="{ACDBD9E0-A0EC-4C34-B889-2BF01F38D9D5}" type="presOf" srcId="{7349C8D2-E973-4E9A-8422-98B1C567AAB7}" destId="{33D06862-5B53-4320-BEBA-8B231A27FE5A}" srcOrd="1" destOrd="0" presId="urn:microsoft.com/office/officeart/2011/layout/CircleProcess"/>
    <dgm:cxn modelId="{E4DD4CFD-E86D-4D17-9C0F-1F232E206620}" srcId="{CB2252F8-5B4E-449A-9C15-853465F4930E}" destId="{8F2B3A67-4CBB-419D-A8BD-981AE07FD974}" srcOrd="3" destOrd="0" parTransId="{52B560F6-DAB2-4C3B-AD1C-520C6EECAB80}" sibTransId="{7ADC3F53-72BC-42D7-B318-63D1D480AA14}"/>
    <dgm:cxn modelId="{1F5BAABF-C561-49EC-92DF-881E946114DD}" type="presParOf" srcId="{5216C62E-6903-40B9-A659-805ED17430CC}" destId="{AD0464CA-44D3-4497-BE54-F280ABF56087}" srcOrd="0" destOrd="0" presId="urn:microsoft.com/office/officeart/2011/layout/CircleProcess"/>
    <dgm:cxn modelId="{8F44985A-3AA1-48BB-B218-C71619791D30}" type="presParOf" srcId="{AD0464CA-44D3-4497-BE54-F280ABF56087}" destId="{65C44589-2D5A-4719-80E0-A9DF9E6FB716}" srcOrd="0" destOrd="0" presId="urn:microsoft.com/office/officeart/2011/layout/CircleProcess"/>
    <dgm:cxn modelId="{D17BC1F8-6062-45E9-84A7-7825EFBEB7CF}" type="presParOf" srcId="{5216C62E-6903-40B9-A659-805ED17430CC}" destId="{61A7BD76-8EBD-40BC-9C7F-E82397FD3345}" srcOrd="1" destOrd="0" presId="urn:microsoft.com/office/officeart/2011/layout/CircleProcess"/>
    <dgm:cxn modelId="{225F20C8-BC2B-4894-BF53-086BE734295E}" type="presParOf" srcId="{61A7BD76-8EBD-40BC-9C7F-E82397FD3345}" destId="{8AE40ED3-5F6C-4CF1-8D4C-0EE674FE3B6B}" srcOrd="0" destOrd="0" presId="urn:microsoft.com/office/officeart/2011/layout/CircleProcess"/>
    <dgm:cxn modelId="{2E6544F6-A34F-448E-A1A9-FCF58C6EAAC3}" type="presParOf" srcId="{5216C62E-6903-40B9-A659-805ED17430CC}" destId="{B0B9EA55-E30D-487B-838D-F409760E714F}" srcOrd="2" destOrd="0" presId="urn:microsoft.com/office/officeart/2011/layout/CircleProcess"/>
    <dgm:cxn modelId="{F2AD87EA-D626-4C9F-867F-416DC92FE1D7}" type="presParOf" srcId="{5216C62E-6903-40B9-A659-805ED17430CC}" destId="{C3E32C3E-F502-415F-BD8B-775A940A0D02}" srcOrd="3" destOrd="0" presId="urn:microsoft.com/office/officeart/2011/layout/CircleProcess"/>
    <dgm:cxn modelId="{F2AAEB06-9624-4AFE-B817-36580907E68A}" type="presParOf" srcId="{C3E32C3E-F502-415F-BD8B-775A940A0D02}" destId="{3EE0FED6-96F9-44F9-B7A1-80B3970C17A1}" srcOrd="0" destOrd="0" presId="urn:microsoft.com/office/officeart/2011/layout/CircleProcess"/>
    <dgm:cxn modelId="{1B43671F-71F4-4B11-A3E0-42FFF53CE865}" type="presParOf" srcId="{5216C62E-6903-40B9-A659-805ED17430CC}" destId="{1BBA262A-6239-4068-96EC-EDD099D78868}" srcOrd="4" destOrd="0" presId="urn:microsoft.com/office/officeart/2011/layout/CircleProcess"/>
    <dgm:cxn modelId="{166E7568-DDEF-4B12-9BDE-AD9ECD00C6EC}" type="presParOf" srcId="{1BBA262A-6239-4068-96EC-EDD099D78868}" destId="{DE460B1A-DF42-46E7-A626-7F2780F91315}" srcOrd="0" destOrd="0" presId="urn:microsoft.com/office/officeart/2011/layout/CircleProcess"/>
    <dgm:cxn modelId="{618170EA-4B0B-47C9-8B6A-C1FAD1545E6B}" type="presParOf" srcId="{5216C62E-6903-40B9-A659-805ED17430CC}" destId="{33D06862-5B53-4320-BEBA-8B231A27FE5A}" srcOrd="5" destOrd="0" presId="urn:microsoft.com/office/officeart/2011/layout/CircleProcess"/>
    <dgm:cxn modelId="{CC2E95EB-F75B-40AA-8131-BDD94225C8A4}" type="presParOf" srcId="{5216C62E-6903-40B9-A659-805ED17430CC}" destId="{D5F5673F-B732-4406-9E44-71192D189AF2}" srcOrd="6" destOrd="0" presId="urn:microsoft.com/office/officeart/2011/layout/CircleProcess"/>
    <dgm:cxn modelId="{8C2B7CBD-0FA5-4333-9FA3-AFADF14C3F56}" type="presParOf" srcId="{D5F5673F-B732-4406-9E44-71192D189AF2}" destId="{5051F080-EC22-4353-9BC9-B1AD5525417B}" srcOrd="0" destOrd="0" presId="urn:microsoft.com/office/officeart/2011/layout/CircleProcess"/>
    <dgm:cxn modelId="{5D049A68-5C5F-4919-8FC6-4F2ED445AD9A}" type="presParOf" srcId="{5216C62E-6903-40B9-A659-805ED17430CC}" destId="{FE5F0A0C-90D1-4E65-8BB4-9CE6FE219D55}" srcOrd="7" destOrd="0" presId="urn:microsoft.com/office/officeart/2011/layout/CircleProcess"/>
    <dgm:cxn modelId="{60E7A4AC-5D59-4D37-BE9D-A425F48156D4}" type="presParOf" srcId="{FE5F0A0C-90D1-4E65-8BB4-9CE6FE219D55}" destId="{D9B99B65-7A8E-4608-96B9-031A36DF8D7A}" srcOrd="0" destOrd="0" presId="urn:microsoft.com/office/officeart/2011/layout/CircleProcess"/>
    <dgm:cxn modelId="{E7ED7022-47F5-4073-9E8C-D93A113E73A5}" type="presParOf" srcId="{5216C62E-6903-40B9-A659-805ED17430CC}" destId="{1D1A72D1-4FC2-470A-8132-3DF0AD04945F}" srcOrd="8" destOrd="0" presId="urn:microsoft.com/office/officeart/2011/layout/CircleProcess"/>
    <dgm:cxn modelId="{40646BE8-85A4-435E-9FB5-CCF670A00BF2}" type="presParOf" srcId="{5216C62E-6903-40B9-A659-805ED17430CC}" destId="{E580DB8D-5D7E-4F87-A5CB-5920C88E8325}" srcOrd="9" destOrd="0" presId="urn:microsoft.com/office/officeart/2011/layout/CircleProcess"/>
    <dgm:cxn modelId="{A6B98855-1A1C-4AAF-A734-F630A8A3BA01}" type="presParOf" srcId="{E580DB8D-5D7E-4F87-A5CB-5920C88E8325}" destId="{3A13DC0F-3A12-4A20-8C25-91EEC4DF0953}" srcOrd="0" destOrd="0" presId="urn:microsoft.com/office/officeart/2011/layout/CircleProcess"/>
    <dgm:cxn modelId="{13A95CA9-F19A-4092-9B34-2B25A7EEF5C8}" type="presParOf" srcId="{5216C62E-6903-40B9-A659-805ED17430CC}" destId="{E4E2E8F3-52F3-436F-8C44-042ED062ABFC}" srcOrd="10" destOrd="0" presId="urn:microsoft.com/office/officeart/2011/layout/CircleProcess"/>
    <dgm:cxn modelId="{542FEF49-7755-4FF5-A13C-936E5C9F1507}" type="presParOf" srcId="{E4E2E8F3-52F3-436F-8C44-042ED062ABFC}" destId="{D37D8F93-49CE-4873-BACA-BAA0776D8908}" srcOrd="0" destOrd="0" presId="urn:microsoft.com/office/officeart/2011/layout/CircleProcess"/>
    <dgm:cxn modelId="{F853B113-8FE2-4CA3-9B1A-71CAB16DA1CA}" type="presParOf" srcId="{5216C62E-6903-40B9-A659-805ED17430CC}" destId="{2DB278AB-0978-4DEA-B6D1-0587C8304BBE}" srcOrd="11" destOrd="0" presId="urn:microsoft.com/office/officeart/2011/layout/CircleProcess"/>
    <dgm:cxn modelId="{F3E39CE2-1C24-4B15-A332-63987525EE93}" type="presParOf" srcId="{5216C62E-6903-40B9-A659-805ED17430CC}" destId="{1A85A2E0-CDAB-4B8E-9BA9-DDCE75AB99AA}" srcOrd="12" destOrd="0" presId="urn:microsoft.com/office/officeart/2011/layout/CircleProcess"/>
    <dgm:cxn modelId="{8339B25D-4B2D-46CE-967C-080A285CAB06}" type="presParOf" srcId="{1A85A2E0-CDAB-4B8E-9BA9-DDCE75AB99AA}" destId="{9A1947B3-C066-4F39-AEC1-4824B7A38E04}" srcOrd="0" destOrd="0" presId="urn:microsoft.com/office/officeart/2011/layout/CircleProcess"/>
    <dgm:cxn modelId="{572C9D81-DA63-498E-8C41-78ED2960B14B}" type="presParOf" srcId="{5216C62E-6903-40B9-A659-805ED17430CC}" destId="{3D77970F-1D59-4E04-8AEE-B96C205AD3ED}" srcOrd="13" destOrd="0" presId="urn:microsoft.com/office/officeart/2011/layout/CircleProcess"/>
    <dgm:cxn modelId="{0C2ADB89-0C79-427D-AFE8-01AD1A296945}" type="presParOf" srcId="{3D77970F-1D59-4E04-8AEE-B96C205AD3ED}" destId="{0C041641-9631-4843-AB37-94C431BF3EA6}" srcOrd="0" destOrd="0" presId="urn:microsoft.com/office/officeart/2011/layout/CircleProcess"/>
    <dgm:cxn modelId="{73C92B63-6473-46A6-BE48-30A652172CB6}" type="presParOf" srcId="{5216C62E-6903-40B9-A659-805ED17430CC}" destId="{9E3F8453-8E4E-4138-85C6-03A351917CBF}" srcOrd="14" destOrd="0" presId="urn:microsoft.com/office/officeart/2011/layout/CircleProcess"/>
    <dgm:cxn modelId="{D41B1D69-E0E3-4AE1-8D0E-ACBF9D78A4D5}" type="presParOf" srcId="{5216C62E-6903-40B9-A659-805ED17430CC}" destId="{8D394DA0-B625-46EA-90F1-E7977392E925}" srcOrd="15" destOrd="0" presId="urn:microsoft.com/office/officeart/2011/layout/CircleProcess"/>
    <dgm:cxn modelId="{966875F0-AFC2-4025-9A44-971C79B457E0}" type="presParOf" srcId="{8D394DA0-B625-46EA-90F1-E7977392E925}" destId="{3C253BA3-3542-4A46-9919-634F765EC132}" srcOrd="0" destOrd="0" presId="urn:microsoft.com/office/officeart/2011/layout/CircleProcess"/>
    <dgm:cxn modelId="{865B9833-A9B0-47B6-8F8F-8CC4803C6DCF}" type="presParOf" srcId="{5216C62E-6903-40B9-A659-805ED17430CC}" destId="{7BC24957-750D-4CB4-B7CD-2C5DE468089A}" srcOrd="16" destOrd="0" presId="urn:microsoft.com/office/officeart/2011/layout/CircleProcess"/>
    <dgm:cxn modelId="{4A317D7D-E036-430D-972D-CA59BD484C1B}" type="presParOf" srcId="{7BC24957-750D-4CB4-B7CD-2C5DE468089A}" destId="{AFF9867B-9B0F-4550-AD7E-23BF9665CEB2}" srcOrd="0" destOrd="0" presId="urn:microsoft.com/office/officeart/2011/layout/CircleProcess"/>
    <dgm:cxn modelId="{E82D5D4F-0E18-40B8-9725-982D2FA13140}" type="presParOf" srcId="{5216C62E-6903-40B9-A659-805ED17430CC}" destId="{D909B1EA-FC0E-4155-99F6-8CEB1D0B888B}" srcOrd="17" destOrd="0" presId="urn:microsoft.com/office/officeart/2011/layout/CircleProcess"/>
    <dgm:cxn modelId="{FDC11C98-28D9-4109-8A64-41D263DBC50A}" type="presParOf" srcId="{5216C62E-6903-40B9-A659-805ED17430CC}" destId="{A3E000E4-99B8-434F-8C22-9239E579AA73}" srcOrd="18" destOrd="0" presId="urn:microsoft.com/office/officeart/2011/layout/CircleProcess"/>
    <dgm:cxn modelId="{D8F3063B-B46F-471F-A5BE-FA5A11500D82}" type="presParOf" srcId="{A3E000E4-99B8-434F-8C22-9239E579AA73}" destId="{A031A984-2D99-4E12-970F-9E5D8FF70584}" srcOrd="0" destOrd="0" presId="urn:microsoft.com/office/officeart/2011/layout/CircleProcess"/>
    <dgm:cxn modelId="{A72D3CFD-8917-4DA7-945E-EFFACFDEFA22}" type="presParOf" srcId="{5216C62E-6903-40B9-A659-805ED17430CC}" destId="{8CBAB9F5-23E7-415A-BB59-90DACD5E8F65}" srcOrd="19" destOrd="0" presId="urn:microsoft.com/office/officeart/2011/layout/CircleProcess"/>
    <dgm:cxn modelId="{B83EAD66-0404-4323-9544-92222D1FFAE8}" type="presParOf" srcId="{8CBAB9F5-23E7-415A-BB59-90DACD5E8F65}" destId="{E78D1F20-512F-431C-AAE5-A63598279AD7}" srcOrd="0" destOrd="0" presId="urn:microsoft.com/office/officeart/2011/layout/CircleProcess"/>
    <dgm:cxn modelId="{BA80F9E4-4700-4EC1-914F-976351A44A2D}" type="presParOf" srcId="{5216C62E-6903-40B9-A659-805ED17430CC}" destId="{8C7B5168-AE1D-4AEA-9DF8-B4FF4428FBF5}" srcOrd="20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5F80A-96FF-4B6E-93AA-F7F1FB86AE69}">
      <dsp:nvSpPr>
        <dsp:cNvPr id="0" name=""/>
        <dsp:cNvSpPr/>
      </dsp:nvSpPr>
      <dsp:spPr>
        <a:xfrm rot="10800000">
          <a:off x="1107510" y="1035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Objective</a:t>
          </a:r>
          <a:endParaRPr lang="en-IN" sz="16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1035"/>
        <a:ext cx="3709067" cy="553636"/>
      </dsp:txXfrm>
    </dsp:sp>
    <dsp:sp modelId="{984CAAAD-32B6-484C-9EA5-68B6A5177279}">
      <dsp:nvSpPr>
        <dsp:cNvPr id="0" name=""/>
        <dsp:cNvSpPr/>
      </dsp:nvSpPr>
      <dsp:spPr>
        <a:xfrm>
          <a:off x="830691" y="1035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F1DAABA-5EC8-4E4F-9865-ADCCC69C838B}">
      <dsp:nvSpPr>
        <dsp:cNvPr id="0" name=""/>
        <dsp:cNvSpPr/>
      </dsp:nvSpPr>
      <dsp:spPr>
        <a:xfrm rot="10800000">
          <a:off x="1107510" y="719937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Key Features</a:t>
          </a:r>
          <a:endParaRPr lang="en-IN" sz="16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719937"/>
        <a:ext cx="3709067" cy="553636"/>
      </dsp:txXfrm>
    </dsp:sp>
    <dsp:sp modelId="{0EAB07C6-4340-46D9-B570-3C30A0BFC515}">
      <dsp:nvSpPr>
        <dsp:cNvPr id="0" name=""/>
        <dsp:cNvSpPr/>
      </dsp:nvSpPr>
      <dsp:spPr>
        <a:xfrm>
          <a:off x="830691" y="719937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1F59B2A-CC0F-4FC1-80E8-1EE06A12CDFA}">
      <dsp:nvSpPr>
        <dsp:cNvPr id="0" name=""/>
        <dsp:cNvSpPr/>
      </dsp:nvSpPr>
      <dsp:spPr>
        <a:xfrm rot="10800000">
          <a:off x="1107510" y="1438839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Text Files</a:t>
          </a:r>
          <a:endParaRPr lang="en-IN" sz="1600" kern="1200" dirty="0"/>
        </a:p>
      </dsp:txBody>
      <dsp:txXfrm rot="10800000">
        <a:off x="1245919" y="1438839"/>
        <a:ext cx="3709067" cy="553636"/>
      </dsp:txXfrm>
    </dsp:sp>
    <dsp:sp modelId="{912576DB-CB4E-440A-9206-4F2B964D1B76}">
      <dsp:nvSpPr>
        <dsp:cNvPr id="0" name=""/>
        <dsp:cNvSpPr/>
      </dsp:nvSpPr>
      <dsp:spPr>
        <a:xfrm>
          <a:off x="830691" y="1438839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DE95839-E613-457D-B295-3AA31FCA9E0A}">
      <dsp:nvSpPr>
        <dsp:cNvPr id="0" name=""/>
        <dsp:cNvSpPr/>
      </dsp:nvSpPr>
      <dsp:spPr>
        <a:xfrm rot="10800000">
          <a:off x="1107510" y="2157740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Core Class Overview</a:t>
          </a:r>
          <a:endParaRPr lang="en-IN" sz="16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2157740"/>
        <a:ext cx="3709067" cy="553636"/>
      </dsp:txXfrm>
    </dsp:sp>
    <dsp:sp modelId="{1C7139D4-6E22-432B-AD67-0314EE1DA9A0}">
      <dsp:nvSpPr>
        <dsp:cNvPr id="0" name=""/>
        <dsp:cNvSpPr/>
      </dsp:nvSpPr>
      <dsp:spPr>
        <a:xfrm>
          <a:off x="830691" y="2157740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E55E055-D18B-41E1-AE47-5B353EE95417}">
      <dsp:nvSpPr>
        <dsp:cNvPr id="0" name=""/>
        <dsp:cNvSpPr/>
      </dsp:nvSpPr>
      <dsp:spPr>
        <a:xfrm rot="10800000">
          <a:off x="1107510" y="2876642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Product – Attributes and Methods</a:t>
          </a:r>
          <a:endParaRPr lang="en-IN" sz="16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2876642"/>
        <a:ext cx="3709067" cy="553636"/>
      </dsp:txXfrm>
    </dsp:sp>
    <dsp:sp modelId="{AB08C085-92E5-4E41-B80F-D0993B7CC28D}">
      <dsp:nvSpPr>
        <dsp:cNvPr id="0" name=""/>
        <dsp:cNvSpPr/>
      </dsp:nvSpPr>
      <dsp:spPr>
        <a:xfrm>
          <a:off x="830691" y="2876642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AAAFF2F-BFCB-443B-9E99-D71205861C74}">
      <dsp:nvSpPr>
        <dsp:cNvPr id="0" name=""/>
        <dsp:cNvSpPr/>
      </dsp:nvSpPr>
      <dsp:spPr>
        <a:xfrm rot="10800000">
          <a:off x="1107510" y="3595544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</a:t>
          </a:r>
          <a:r>
            <a:rPr lang="en-IN" sz="1600" b="1" i="0" kern="1200" dirty="0" err="1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BillingSystem</a:t>
          </a:r>
          <a:r>
            <a:rPr lang="en-IN" sz="16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 - Attributes</a:t>
          </a:r>
          <a:endParaRPr lang="en-IN" sz="16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3595544"/>
        <a:ext cx="3709067" cy="553636"/>
      </dsp:txXfrm>
    </dsp:sp>
    <dsp:sp modelId="{98ABB358-96B1-43BF-90C3-A6DF298D39D3}">
      <dsp:nvSpPr>
        <dsp:cNvPr id="0" name=""/>
        <dsp:cNvSpPr/>
      </dsp:nvSpPr>
      <dsp:spPr>
        <a:xfrm>
          <a:off x="830691" y="3595544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5A2A1-9213-4522-9FCD-AD965EF5A438}">
      <dsp:nvSpPr>
        <dsp:cNvPr id="0" name=""/>
        <dsp:cNvSpPr/>
      </dsp:nvSpPr>
      <dsp:spPr>
        <a:xfrm rot="10800000">
          <a:off x="1107510" y="1035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: </a:t>
          </a:r>
          <a:r>
            <a:rPr lang="en-IN" sz="1800" b="1" i="0" kern="1200" dirty="0" err="1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BillingSystem</a:t>
          </a: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 - Methods</a:t>
          </a:r>
          <a:endParaRPr lang="en-IN" sz="1800" kern="1200" dirty="0"/>
        </a:p>
      </dsp:txBody>
      <dsp:txXfrm rot="10800000">
        <a:off x="1245919" y="1035"/>
        <a:ext cx="3709067" cy="553636"/>
      </dsp:txXfrm>
    </dsp:sp>
    <dsp:sp modelId="{AA864AAE-6D00-4408-B82F-CD919F0AA9B4}">
      <dsp:nvSpPr>
        <dsp:cNvPr id="0" name=""/>
        <dsp:cNvSpPr/>
      </dsp:nvSpPr>
      <dsp:spPr>
        <a:xfrm>
          <a:off x="830691" y="1035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DE95839-E613-457D-B295-3AA31FCA9E0A}">
      <dsp:nvSpPr>
        <dsp:cNvPr id="0" name=""/>
        <dsp:cNvSpPr/>
      </dsp:nvSpPr>
      <dsp:spPr>
        <a:xfrm rot="10800000">
          <a:off x="1107510" y="719937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Exception Handling</a:t>
          </a:r>
          <a:endParaRPr lang="en-IN" sz="18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719937"/>
        <a:ext cx="3709067" cy="553636"/>
      </dsp:txXfrm>
    </dsp:sp>
    <dsp:sp modelId="{1C7139D4-6E22-432B-AD67-0314EE1DA9A0}">
      <dsp:nvSpPr>
        <dsp:cNvPr id="0" name=""/>
        <dsp:cNvSpPr/>
      </dsp:nvSpPr>
      <dsp:spPr>
        <a:xfrm>
          <a:off x="830691" y="719937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335F80A-96FF-4B6E-93AA-F7F1FB86AE69}">
      <dsp:nvSpPr>
        <dsp:cNvPr id="0" name=""/>
        <dsp:cNvSpPr/>
      </dsp:nvSpPr>
      <dsp:spPr>
        <a:xfrm rot="10800000">
          <a:off x="1107510" y="1438839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Workflow</a:t>
          </a:r>
          <a:endParaRPr lang="en-IN" sz="18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1438839"/>
        <a:ext cx="3709067" cy="553636"/>
      </dsp:txXfrm>
    </dsp:sp>
    <dsp:sp modelId="{984CAAAD-32B6-484C-9EA5-68B6A5177279}">
      <dsp:nvSpPr>
        <dsp:cNvPr id="0" name=""/>
        <dsp:cNvSpPr/>
      </dsp:nvSpPr>
      <dsp:spPr>
        <a:xfrm>
          <a:off x="830691" y="1438839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F1DAABA-5EC8-4E4F-9865-ADCCC69C838B}">
      <dsp:nvSpPr>
        <dsp:cNvPr id="0" name=""/>
        <dsp:cNvSpPr/>
      </dsp:nvSpPr>
      <dsp:spPr>
        <a:xfrm rot="10800000">
          <a:off x="1107510" y="2157740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Bill Generation Process</a:t>
          </a:r>
          <a:endParaRPr lang="en-IN" sz="18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2157740"/>
        <a:ext cx="3709067" cy="553636"/>
      </dsp:txXfrm>
    </dsp:sp>
    <dsp:sp modelId="{0EAB07C6-4340-46D9-B570-3C30A0BFC515}">
      <dsp:nvSpPr>
        <dsp:cNvPr id="0" name=""/>
        <dsp:cNvSpPr/>
      </dsp:nvSpPr>
      <dsp:spPr>
        <a:xfrm>
          <a:off x="830691" y="2157740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E55E055-D18B-41E1-AE47-5B353EE95417}">
      <dsp:nvSpPr>
        <dsp:cNvPr id="0" name=""/>
        <dsp:cNvSpPr/>
      </dsp:nvSpPr>
      <dsp:spPr>
        <a:xfrm rot="10800000">
          <a:off x="1107510" y="2876642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Class Diagram</a:t>
          </a:r>
          <a:endParaRPr lang="en-IN" sz="1800" kern="1200" dirty="0"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a:endParaRPr>
        </a:p>
      </dsp:txBody>
      <dsp:txXfrm rot="10800000">
        <a:off x="1245919" y="2876642"/>
        <a:ext cx="3709067" cy="553636"/>
      </dsp:txXfrm>
    </dsp:sp>
    <dsp:sp modelId="{AB08C085-92E5-4E41-B80F-D0993B7CC28D}">
      <dsp:nvSpPr>
        <dsp:cNvPr id="0" name=""/>
        <dsp:cNvSpPr/>
      </dsp:nvSpPr>
      <dsp:spPr>
        <a:xfrm>
          <a:off x="830691" y="2876642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AE69458-915B-4B60-B59F-80E4501DAE3D}">
      <dsp:nvSpPr>
        <dsp:cNvPr id="0" name=""/>
        <dsp:cNvSpPr/>
      </dsp:nvSpPr>
      <dsp:spPr>
        <a:xfrm rot="10800000">
          <a:off x="1107510" y="3595544"/>
          <a:ext cx="3847476" cy="553636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41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rPr>
            <a:t>Output &amp; Features</a:t>
          </a:r>
          <a:endParaRPr lang="en-IN" sz="1800" kern="1200" dirty="0"/>
        </a:p>
      </dsp:txBody>
      <dsp:txXfrm rot="10800000">
        <a:off x="1245919" y="3595544"/>
        <a:ext cx="3709067" cy="553636"/>
      </dsp:txXfrm>
    </dsp:sp>
    <dsp:sp modelId="{29BA41CD-283C-4780-AB39-9EE58E8D038E}">
      <dsp:nvSpPr>
        <dsp:cNvPr id="0" name=""/>
        <dsp:cNvSpPr/>
      </dsp:nvSpPr>
      <dsp:spPr>
        <a:xfrm>
          <a:off x="830691" y="3595544"/>
          <a:ext cx="553636" cy="553636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5FF4D-1946-43B5-92F4-A560CEDCB500}">
      <dsp:nvSpPr>
        <dsp:cNvPr id="0" name=""/>
        <dsp:cNvSpPr/>
      </dsp:nvSpPr>
      <dsp:spPr>
        <a:xfrm>
          <a:off x="2991645" y="0"/>
          <a:ext cx="4752836" cy="4752836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CA1A7-25DB-4F74-87F3-DB65A9B6A843}">
      <dsp:nvSpPr>
        <dsp:cNvPr id="0" name=""/>
        <dsp:cNvSpPr/>
      </dsp:nvSpPr>
      <dsp:spPr>
        <a:xfrm>
          <a:off x="5368063" y="477836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Admin Login</a:t>
          </a:r>
          <a:endParaRPr lang="en-IN" sz="1400" kern="1200"/>
        </a:p>
      </dsp:txBody>
      <dsp:txXfrm>
        <a:off x="5395524" y="505297"/>
        <a:ext cx="3034421" cy="507620"/>
      </dsp:txXfrm>
    </dsp:sp>
    <dsp:sp modelId="{ACC0D23B-337A-427B-B085-F5C8F735AA13}">
      <dsp:nvSpPr>
        <dsp:cNvPr id="0" name=""/>
        <dsp:cNvSpPr/>
      </dsp:nvSpPr>
      <dsp:spPr>
        <a:xfrm>
          <a:off x="5368063" y="1110696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Load Inventory</a:t>
          </a:r>
          <a:endParaRPr lang="en-IN" sz="1400" kern="1200"/>
        </a:p>
      </dsp:txBody>
      <dsp:txXfrm>
        <a:off x="5395524" y="1138157"/>
        <a:ext cx="3034421" cy="507620"/>
      </dsp:txXfrm>
    </dsp:sp>
    <dsp:sp modelId="{66B2B3DA-9BED-449B-BBEE-B1170E59EDDC}">
      <dsp:nvSpPr>
        <dsp:cNvPr id="0" name=""/>
        <dsp:cNvSpPr/>
      </dsp:nvSpPr>
      <dsp:spPr>
        <a:xfrm>
          <a:off x="5368063" y="1743557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Manage Products (Add/Edit/Delete/View)</a:t>
          </a:r>
          <a:endParaRPr lang="en-IN" sz="1400" kern="1200"/>
        </a:p>
      </dsp:txBody>
      <dsp:txXfrm>
        <a:off x="5395524" y="1771018"/>
        <a:ext cx="3034421" cy="507620"/>
      </dsp:txXfrm>
    </dsp:sp>
    <dsp:sp modelId="{2446A206-B215-46D5-BF8D-8CD7B1760B38}">
      <dsp:nvSpPr>
        <dsp:cNvPr id="0" name=""/>
        <dsp:cNvSpPr/>
      </dsp:nvSpPr>
      <dsp:spPr>
        <a:xfrm>
          <a:off x="5368063" y="2376418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Generate Customer Bill</a:t>
          </a:r>
          <a:endParaRPr lang="en-IN" sz="1400" kern="1200"/>
        </a:p>
      </dsp:txBody>
      <dsp:txXfrm>
        <a:off x="5395524" y="2403879"/>
        <a:ext cx="3034421" cy="507620"/>
      </dsp:txXfrm>
    </dsp:sp>
    <dsp:sp modelId="{2A45CC91-E459-4CD0-A354-5328BBD74095}">
      <dsp:nvSpPr>
        <dsp:cNvPr id="0" name=""/>
        <dsp:cNvSpPr/>
      </dsp:nvSpPr>
      <dsp:spPr>
        <a:xfrm>
          <a:off x="5368063" y="3009278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Calculate GST &amp; Discount</a:t>
          </a:r>
          <a:endParaRPr lang="en-IN" sz="1400" kern="1200"/>
        </a:p>
      </dsp:txBody>
      <dsp:txXfrm>
        <a:off x="5395524" y="3036739"/>
        <a:ext cx="3034421" cy="507620"/>
      </dsp:txXfrm>
    </dsp:sp>
    <dsp:sp modelId="{7EC115D1-DBD0-4BBF-A257-8340C1331340}">
      <dsp:nvSpPr>
        <dsp:cNvPr id="0" name=""/>
        <dsp:cNvSpPr/>
      </dsp:nvSpPr>
      <dsp:spPr>
        <a:xfrm>
          <a:off x="5368063" y="3642139"/>
          <a:ext cx="3089343" cy="5625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Save and Display Bill</a:t>
          </a:r>
          <a:endParaRPr lang="en-IN" sz="1400" kern="1200"/>
        </a:p>
      </dsp:txBody>
      <dsp:txXfrm>
        <a:off x="5395524" y="3669600"/>
        <a:ext cx="3034421" cy="5076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44589-2D5A-4719-80E0-A9DF9E6FB716}">
      <dsp:nvSpPr>
        <dsp:cNvPr id="0" name=""/>
        <dsp:cNvSpPr/>
      </dsp:nvSpPr>
      <dsp:spPr>
        <a:xfrm>
          <a:off x="10467933" y="1996662"/>
          <a:ext cx="1617818" cy="16173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E40ED3-5F6C-4CF1-8D4C-0EE674FE3B6B}">
      <dsp:nvSpPr>
        <dsp:cNvPr id="0" name=""/>
        <dsp:cNvSpPr/>
      </dsp:nvSpPr>
      <dsp:spPr>
        <a:xfrm>
          <a:off x="10522896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Open Bill in Notepad</a:t>
          </a:r>
          <a:endParaRPr lang="en-IN" sz="1600" kern="1200"/>
        </a:p>
      </dsp:txBody>
      <dsp:txXfrm>
        <a:off x="10737968" y="2266264"/>
        <a:ext cx="1077749" cy="1078120"/>
      </dsp:txXfrm>
    </dsp:sp>
    <dsp:sp modelId="{3EE0FED6-96F9-44F9-B7A1-80B3970C17A1}">
      <dsp:nvSpPr>
        <dsp:cNvPr id="0" name=""/>
        <dsp:cNvSpPr/>
      </dsp:nvSpPr>
      <dsp:spPr>
        <a:xfrm rot="2700000">
          <a:off x="8797152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1633482"/>
            <a:satOff val="-6796"/>
            <a:lumOff val="16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460B1A-DF42-46E7-A626-7F2780F91315}">
      <dsp:nvSpPr>
        <dsp:cNvPr id="0" name=""/>
        <dsp:cNvSpPr/>
      </dsp:nvSpPr>
      <dsp:spPr>
        <a:xfrm>
          <a:off x="8851309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1633482"/>
              <a:satOff val="-6796"/>
              <a:lumOff val="16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Save Bill File</a:t>
          </a:r>
          <a:endParaRPr lang="en-IN" sz="1600" kern="1200"/>
        </a:p>
      </dsp:txBody>
      <dsp:txXfrm>
        <a:off x="9066381" y="2266264"/>
        <a:ext cx="1077749" cy="1078120"/>
      </dsp:txXfrm>
    </dsp:sp>
    <dsp:sp modelId="{5051F080-EC22-4353-9BC9-B1AD5525417B}">
      <dsp:nvSpPr>
        <dsp:cNvPr id="0" name=""/>
        <dsp:cNvSpPr/>
      </dsp:nvSpPr>
      <dsp:spPr>
        <a:xfrm rot="2700000">
          <a:off x="7126760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B99B65-7A8E-4608-96B9-031A36DF8D7A}">
      <dsp:nvSpPr>
        <dsp:cNvPr id="0" name=""/>
        <dsp:cNvSpPr/>
      </dsp:nvSpPr>
      <dsp:spPr>
        <a:xfrm>
          <a:off x="7179723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Calculate Subtotal, GST, Discount</a:t>
          </a:r>
          <a:endParaRPr lang="en-IN" sz="1600" kern="1200"/>
        </a:p>
      </dsp:txBody>
      <dsp:txXfrm>
        <a:off x="7395990" y="2266264"/>
        <a:ext cx="1077749" cy="1078120"/>
      </dsp:txXfrm>
    </dsp:sp>
    <dsp:sp modelId="{3A13DC0F-3A12-4A20-8C25-91EEC4DF0953}">
      <dsp:nvSpPr>
        <dsp:cNvPr id="0" name=""/>
        <dsp:cNvSpPr/>
      </dsp:nvSpPr>
      <dsp:spPr>
        <a:xfrm rot="2700000">
          <a:off x="5455174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37D8F93-49CE-4873-BACA-BAA0776D8908}">
      <dsp:nvSpPr>
        <dsp:cNvPr id="0" name=""/>
        <dsp:cNvSpPr/>
      </dsp:nvSpPr>
      <dsp:spPr>
        <a:xfrm>
          <a:off x="5509331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Validate Stock Availability</a:t>
          </a:r>
          <a:endParaRPr lang="en-IN" sz="1600" kern="1200"/>
        </a:p>
      </dsp:txBody>
      <dsp:txXfrm>
        <a:off x="5724403" y="2266264"/>
        <a:ext cx="1077749" cy="1078120"/>
      </dsp:txXfrm>
    </dsp:sp>
    <dsp:sp modelId="{9A1947B3-C066-4F39-AEC1-4824B7A38E04}">
      <dsp:nvSpPr>
        <dsp:cNvPr id="0" name=""/>
        <dsp:cNvSpPr/>
      </dsp:nvSpPr>
      <dsp:spPr>
        <a:xfrm rot="2700000">
          <a:off x="3783587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041641-9631-4843-AB37-94C431BF3EA6}">
      <dsp:nvSpPr>
        <dsp:cNvPr id="0" name=""/>
        <dsp:cNvSpPr/>
      </dsp:nvSpPr>
      <dsp:spPr>
        <a:xfrm>
          <a:off x="3837745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Enter Quantity</a:t>
          </a:r>
          <a:endParaRPr lang="en-IN" sz="1600" kern="1200"/>
        </a:p>
      </dsp:txBody>
      <dsp:txXfrm>
        <a:off x="4052817" y="2266264"/>
        <a:ext cx="1077749" cy="1078120"/>
      </dsp:txXfrm>
    </dsp:sp>
    <dsp:sp modelId="{3C253BA3-3542-4A46-9919-634F765EC132}">
      <dsp:nvSpPr>
        <dsp:cNvPr id="0" name=""/>
        <dsp:cNvSpPr/>
      </dsp:nvSpPr>
      <dsp:spPr>
        <a:xfrm rot="2700000">
          <a:off x="2113195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8167408"/>
            <a:satOff val="-33981"/>
            <a:lumOff val="800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F9867B-9B0F-4550-AD7E-23BF9665CEB2}">
      <dsp:nvSpPr>
        <dsp:cNvPr id="0" name=""/>
        <dsp:cNvSpPr/>
      </dsp:nvSpPr>
      <dsp:spPr>
        <a:xfrm>
          <a:off x="2166158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8167408"/>
              <a:satOff val="-33981"/>
              <a:lumOff val="80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Select Products by ID</a:t>
          </a:r>
          <a:endParaRPr lang="en-IN" sz="1600" kern="1200"/>
        </a:p>
      </dsp:txBody>
      <dsp:txXfrm>
        <a:off x="2382425" y="2266264"/>
        <a:ext cx="1077749" cy="1078120"/>
      </dsp:txXfrm>
    </dsp:sp>
    <dsp:sp modelId="{A031A984-2D99-4E12-970F-9E5D8FF70584}">
      <dsp:nvSpPr>
        <dsp:cNvPr id="0" name=""/>
        <dsp:cNvSpPr/>
      </dsp:nvSpPr>
      <dsp:spPr>
        <a:xfrm rot="2700000">
          <a:off x="441609" y="1996481"/>
          <a:ext cx="1617402" cy="1617402"/>
        </a:xfrm>
        <a:prstGeom prst="teardrop">
          <a:avLst>
            <a:gd name="adj" fmla="val 10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8D1F20-512F-431C-AAE5-A63598279AD7}">
      <dsp:nvSpPr>
        <dsp:cNvPr id="0" name=""/>
        <dsp:cNvSpPr/>
      </dsp:nvSpPr>
      <dsp:spPr>
        <a:xfrm>
          <a:off x="495766" y="2050583"/>
          <a:ext cx="1509087" cy="15094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/>
            <a:t>Enter Customer Name</a:t>
          </a:r>
          <a:endParaRPr lang="en-IN" sz="1600" kern="1200"/>
        </a:p>
      </dsp:txBody>
      <dsp:txXfrm>
        <a:off x="710838" y="2266264"/>
        <a:ext cx="1077749" cy="1078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0500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57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856BC694-2EF4-BF29-F63E-C244100F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E742E4F-5827-1F40-3510-E2062B905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31448E6-A8CC-0085-9D13-245C21C3B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C6637E7-9C02-B6F9-7F06-ACF4C5F922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0502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FC7D52F-9B31-3B86-869F-1489D39F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466ACE0-BACB-3553-7BD0-8A3430D69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CE49EB8-FE83-563E-C643-751E7E2E8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FE75E01-7AFF-DFC2-BA64-D14B1B11EC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856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7EB592B-FAEE-EC97-22DC-60F7FE4F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DF5518E-EDFA-49D9-90CC-640A234D0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62B47A-DC17-B2D6-5EED-77F8767CD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CFB1D06-87CD-C3A0-1491-8EC56812B4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2495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456207D-9334-EFD7-D502-79DBB879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D901488-68DD-CD39-3E15-2C21E2C70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0F83880-FA91-8AF1-61E6-595DA303D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DD7A63F-A18D-071B-DB58-C8006DA75B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9244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44F2EE1-3BFE-D7A4-18F1-15F00122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ACDA6A1-AEAE-45BF-26C5-2F94E85C4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63B0D00-5CBC-5777-D32D-E2767A482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AC4D4B5-CC0A-0317-9D40-A702514021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657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F75E413-3D09-5CF8-A11A-7F943EB4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62394AE-37A3-3864-07CC-9FC656F82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7872111-0E31-0781-2C48-063C1C015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D225B99-ED7C-429F-1C0E-06A93749F6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4427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0CEF0A1-23A8-B4F6-F2E9-7CD7688E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23450BE-7E4B-094D-CE16-65A8BC10A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90EF0A9-3F9E-29DD-EA12-B4C619F70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E26B177-CE43-D1E1-4820-231B955C0F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1013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4E9D0A2-3E86-EE2F-4BC1-6C84825C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2FA58C7-6387-CB07-BDAC-3D8385F40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7A3ADAE-6F2C-A7E1-4324-9626F1DDA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5AD7859-D303-DDE0-1B7A-B2509BF64A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2052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89D491EE-CA32-A60D-6073-FB22C201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EAED3B6-ABC3-2A6F-79B8-1D5F7C4E7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F667627-4C1E-ABF0-6CEE-313607D63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2EF988B-744F-85AE-8203-65674795F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7314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8CC1891-A590-9021-2164-8401176C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0508DC9-06B9-8D7A-FFB4-DF531326F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0863150-020C-FB2C-9345-9637D6BD1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DA24364-E8DF-AEDD-B8D8-48A2F77CE7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196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A024517-DA3D-FBF6-5D82-8B8BD316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CD2343B-393A-1484-9CAB-AADA6F5B4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3F83EFB-FD57-4B76-5896-3222D9259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EB96BAF-DEF4-9478-52D9-6A6A6008FA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4933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F5B9AF2-95E8-A05E-762C-D5DBADC2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69F929D-892D-927E-D8F9-41A6479EB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AFCAC63-B64C-BF6B-55B9-512384914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F552216-6CAA-B1A7-2B49-E1B49829EF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8174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F7D4A0F-9437-0179-CCF9-66C2902F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96D8688-6A08-7C7F-96EA-4E3E93309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D7615E3-22CF-6528-FE71-0E0BC24C9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B37B5FD-DEA2-0236-6506-B7F24557CB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5733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98DFABD-F4FE-287B-B3B6-77B62CE9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3F23C6A-AC5F-2240-B4AC-CC89A9847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DEEEEEA-9B0C-1931-EAC7-3012F0811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EA62875-4846-DE6E-B707-A50F38170B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138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1946309-9805-3E14-F98D-2D47F365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5FCF6B0-A766-D586-C7FF-DD94E1CBE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90B6028-70CA-0FC0-56A4-A6886DC8D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A4CA6F8-41E0-1368-EC43-9AE8ABD398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7641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E10D992-B0A8-86E5-7E1D-E8897BAF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9C0182F-4DD8-B2E7-34F3-8EE1383D1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93084EA-73E9-FD14-EC3C-E4CE5E189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33FCDD8-13D2-D222-6D19-B495671007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32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8D2EFFE-31A6-97EB-5EB6-0E5F9C23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3A89FF3-4B59-ABC3-446F-7D9345833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035877F-1ACB-961B-8C60-FA6473F5D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C15E6A4-05E5-9727-42FF-A03D2D2C7B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65558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0277E2-667B-79DA-4136-A96D30D7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E69304E-00CA-4FF9-6AA8-459A4A73E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93EF5E9-73A8-CA62-1A64-655BEEB8D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111EB74-0C44-BEFC-F1A9-056E426AF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181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3BB15A6-FF0B-4888-BE15-64F886378B6E}" type="datetime1">
              <a:rPr lang="en-US" smtClean="0"/>
              <a:t>6/19/2026</a:t>
            </a:fld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50EEB2C-8392-47B1-9EA7-638362A97ED2}" type="datetime1">
              <a:rPr lang="en-US" smtClean="0"/>
              <a:t>6/19/2026</a:t>
            </a:fld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59F2F0D-1AA0-49EF-8C9F-93428F705243}" type="datetime1">
              <a:rPr lang="en-US" smtClean="0"/>
              <a:t>6/19/2026</a:t>
            </a:fld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F07606A-F657-4DE0-A00C-BD1837B495F0}" type="datetime1">
              <a:rPr lang="en-US" smtClean="0"/>
              <a:t>6/19/2026</a:t>
            </a:fld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DFCEA93-927E-4B43-A2F8-D85E96B9AEEA}" type="datetime1">
              <a:rPr lang="en-US" smtClean="0"/>
              <a:t>6/19/2026</a:t>
            </a:fld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76B9892-1B44-4BB6-87E8-936A478925CE}" type="datetime1">
              <a:rPr lang="en-US" smtClean="0"/>
              <a:t>6/19/2026</a:t>
            </a:fld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408B6C0-F9D4-4DA9-AC9A-F6929E58DF12}" type="datetime1">
              <a:rPr lang="en-US" smtClean="0"/>
              <a:t>6/19/2026</a:t>
            </a:fld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066AFBB-D23D-4EF9-BDBD-89563D441FAF}" type="datetime1">
              <a:rPr lang="en-US" smtClean="0"/>
              <a:t>6/19/2026</a:t>
            </a:fld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45834E0-BD49-4C5C-9B05-6792DD90454C}" type="datetime1">
              <a:rPr lang="en-US" smtClean="0"/>
              <a:t>6/19/2026</a:t>
            </a:fld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5E1376C9-6106-49C3-A75B-A840003B2382}" type="datetime1">
              <a:rPr lang="en-US" smtClean="0"/>
              <a:t>6/19/2026</a:t>
            </a:fld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566" y="-96190"/>
            <a:ext cx="1441268" cy="178565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278340" y="177361"/>
            <a:ext cx="9635320" cy="609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400" b="1" spc="-1" dirty="0">
                <a:solidFill>
                  <a:srgbClr val="0070C0"/>
                </a:solidFill>
                <a:latin typeface="Century Schoolbook"/>
                <a:sym typeface="Cambria"/>
              </a:rPr>
              <a:t>Department of Computer Engineering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400" b="1" spc="-1" dirty="0">
                <a:solidFill>
                  <a:srgbClr val="0070C0"/>
                </a:solidFill>
                <a:latin typeface="Century Schoolbook"/>
                <a:sym typeface="Cambria"/>
              </a:rPr>
              <a:t>Branch : Computer Science and Design</a:t>
            </a:r>
            <a:endParaRPr lang="en-IN" sz="2000" b="1" spc="-1" dirty="0">
              <a:solidFill>
                <a:srgbClr val="0070C0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000" b="1" spc="-1" dirty="0">
                <a:solidFill>
                  <a:srgbClr val="0070C0"/>
                </a:solidFill>
                <a:latin typeface="Century Schoolbook"/>
                <a:sym typeface="Cambria"/>
              </a:rPr>
              <a:t>Subject : Programming in Java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000" b="1" spc="-1" dirty="0">
                <a:solidFill>
                  <a:srgbClr val="0070C0"/>
                </a:solidFill>
                <a:latin typeface="Century Schoolbook"/>
                <a:sym typeface="Cambria"/>
              </a:rPr>
              <a:t>Subject Code : 202044502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800" b="1" u="sng" spc="-1" dirty="0">
                <a:solidFill>
                  <a:srgbClr val="C00000"/>
                </a:solidFill>
                <a:latin typeface="Century Schoolbook"/>
                <a:sym typeface="Cambria"/>
              </a:rPr>
              <a:t>Seminar 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800" b="1" u="sng" spc="-1" dirty="0">
                <a:solidFill>
                  <a:srgbClr val="C00000"/>
                </a:solidFill>
                <a:latin typeface="Century Schoolbook"/>
                <a:sym typeface="Cambria"/>
              </a:rPr>
              <a:t>Title : Automated Billing Management System 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2000" b="1" spc="-1" dirty="0">
              <a:solidFill>
                <a:srgbClr val="262626"/>
              </a:solidFill>
              <a:latin typeface="Century Schoolbook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000" b="1" spc="-1" dirty="0">
                <a:solidFill>
                  <a:srgbClr val="262626"/>
                </a:solidFill>
                <a:latin typeface="Century Schoolbook"/>
                <a:sym typeface="Cambria"/>
              </a:rPr>
              <a:t>Prepared By : ( 1 ) Jigar </a:t>
            </a:r>
            <a:r>
              <a:rPr lang="en-IN" sz="2000" b="1" spc="-1" dirty="0" err="1">
                <a:solidFill>
                  <a:srgbClr val="262626"/>
                </a:solidFill>
                <a:latin typeface="Century Schoolbook"/>
                <a:sym typeface="Cambria"/>
              </a:rPr>
              <a:t>Chavda</a:t>
            </a:r>
            <a:r>
              <a:rPr lang="en-IN" sz="2000" b="1" spc="-1" dirty="0">
                <a:solidFill>
                  <a:srgbClr val="262626"/>
                </a:solidFill>
                <a:latin typeface="Century Schoolbook"/>
                <a:sym typeface="Cambria"/>
              </a:rPr>
              <a:t> ( </a:t>
            </a:r>
            <a:r>
              <a:rPr lang="en-IN" sz="2000" b="1" spc="-1" dirty="0" err="1">
                <a:solidFill>
                  <a:srgbClr val="262626"/>
                </a:solidFill>
                <a:latin typeface="Century Schoolbook"/>
                <a:sym typeface="Cambria"/>
              </a:rPr>
              <a:t>En.No</a:t>
            </a:r>
            <a:r>
              <a:rPr lang="en-IN" sz="2000" b="1" spc="-1" dirty="0">
                <a:solidFill>
                  <a:srgbClr val="262626"/>
                </a:solidFill>
                <a:latin typeface="Century Schoolbook"/>
                <a:sym typeface="Cambria"/>
              </a:rPr>
              <a:t>. : 12302130501027 )</a:t>
            </a: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000" b="1" spc="-1" dirty="0">
                <a:solidFill>
                  <a:srgbClr val="262626"/>
                </a:solidFill>
                <a:latin typeface="Century Schoolbook"/>
                <a:sym typeface="Cambria"/>
              </a:rPr>
              <a:t>Guided By : Prof. </a:t>
            </a:r>
            <a:r>
              <a:rPr lang="en-IN" sz="2000" b="1" spc="-1" dirty="0" err="1">
                <a:solidFill>
                  <a:srgbClr val="262626"/>
                </a:solidFill>
                <a:latin typeface="Century Schoolbook"/>
                <a:sym typeface="Cambria"/>
              </a:rPr>
              <a:t>Kuratulain</a:t>
            </a:r>
            <a:r>
              <a:rPr lang="en-IN" sz="2000" b="1" spc="-1" dirty="0">
                <a:solidFill>
                  <a:srgbClr val="262626"/>
                </a:solidFill>
                <a:latin typeface="Century Schoolbook"/>
                <a:sym typeface="Cambria"/>
              </a:rPr>
              <a:t> </a:t>
            </a:r>
            <a:r>
              <a:rPr lang="en-IN" sz="2000" b="1" spc="-1" dirty="0" err="1">
                <a:solidFill>
                  <a:srgbClr val="262626"/>
                </a:solidFill>
                <a:latin typeface="Century Schoolbook"/>
                <a:sym typeface="Cambria"/>
              </a:rPr>
              <a:t>Kaji</a:t>
            </a:r>
            <a:endParaRPr lang="en-IN"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  <a:p>
            <a:pPr marL="1143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sz="2000" b="1" spc="-1" dirty="0">
              <a:solidFill>
                <a:srgbClr val="262626"/>
              </a:solidFill>
              <a:latin typeface="Century Schoolbook"/>
              <a:sym typeface="Cambri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/>
          <a:stretch/>
        </p:blipFill>
        <p:spPr>
          <a:xfrm>
            <a:off x="10603934" y="177361"/>
            <a:ext cx="1499732" cy="137247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72A227A-7E30-B3C2-D5C4-7DAF00B65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151819"/>
              </p:ext>
            </p:extLst>
          </p:nvPr>
        </p:nvGraphicFramePr>
        <p:xfrm>
          <a:off x="507545" y="1775012"/>
          <a:ext cx="5785679" cy="4150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93287" y="330345"/>
            <a:ext cx="3205425" cy="951209"/>
          </a:xfrm>
        </p:spPr>
        <p:txBody>
          <a:bodyPr/>
          <a:lstStyle/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Arial" panose="020B0604020202020204" pitchFamily="34" charset="0"/>
              </a:rPr>
              <a:t>Key Points</a:t>
            </a:r>
            <a:endParaRPr lang="en-IN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3EB5A83-0199-4029-7FC5-26254D4A53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9302367"/>
              </p:ext>
            </p:extLst>
          </p:nvPr>
        </p:nvGraphicFramePr>
        <p:xfrm>
          <a:off x="5898776" y="1775011"/>
          <a:ext cx="5785679" cy="4150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26" name="Picture 2" descr="Free Java Icon Svg - 81+ Popular SVG File">
            <a:extLst>
              <a:ext uri="{FF2B5EF4-FFF2-40B4-BE49-F238E27FC236}">
                <a16:creationId xmlns:a16="http://schemas.microsoft.com/office/drawing/2014/main" id="{EC573D25-3CB6-BC4C-D7B4-39FA4349B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1725701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ree Java Icon Svg - 81+ Popular SVG File">
            <a:extLst>
              <a:ext uri="{FF2B5EF4-FFF2-40B4-BE49-F238E27FC236}">
                <a16:creationId xmlns:a16="http://schemas.microsoft.com/office/drawing/2014/main" id="{A09F20F1-ED38-46C4-9554-381D9D0F7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2446335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Java Icon Svg - 81+ Popular SVG File">
            <a:extLst>
              <a:ext uri="{FF2B5EF4-FFF2-40B4-BE49-F238E27FC236}">
                <a16:creationId xmlns:a16="http://schemas.microsoft.com/office/drawing/2014/main" id="{174CCDC7-EA93-A320-375A-AC9E49C81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3166969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ree Java Icon Svg - 81+ Popular SVG File">
            <a:extLst>
              <a:ext uri="{FF2B5EF4-FFF2-40B4-BE49-F238E27FC236}">
                <a16:creationId xmlns:a16="http://schemas.microsoft.com/office/drawing/2014/main" id="{0AD9E1A8-383F-DB8A-CD05-6A55A102A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3887603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ree Java Icon Svg - 81+ Popular SVG File">
            <a:extLst>
              <a:ext uri="{FF2B5EF4-FFF2-40B4-BE49-F238E27FC236}">
                <a16:creationId xmlns:a16="http://schemas.microsoft.com/office/drawing/2014/main" id="{6B262ECB-88E8-A432-E6C8-C339BFA5B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4608237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Free Java Icon Svg - 81+ Popular SVG File">
            <a:extLst>
              <a:ext uri="{FF2B5EF4-FFF2-40B4-BE49-F238E27FC236}">
                <a16:creationId xmlns:a16="http://schemas.microsoft.com/office/drawing/2014/main" id="{C8BE4D15-89D3-480E-7545-6D86A8FBC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80" y="5328871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ree Java Icon Svg - 81+ Popular SVG File">
            <a:extLst>
              <a:ext uri="{FF2B5EF4-FFF2-40B4-BE49-F238E27FC236}">
                <a16:creationId xmlns:a16="http://schemas.microsoft.com/office/drawing/2014/main" id="{C80F66DC-1CC3-69F2-12E0-EFC1DAF26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1725701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Free Java Icon Svg - 81+ Popular SVG File">
            <a:extLst>
              <a:ext uri="{FF2B5EF4-FFF2-40B4-BE49-F238E27FC236}">
                <a16:creationId xmlns:a16="http://schemas.microsoft.com/office/drawing/2014/main" id="{AB843E58-3086-E996-F595-EA1D7E7A1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2446335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Free Java Icon Svg - 81+ Popular SVG File">
            <a:extLst>
              <a:ext uri="{FF2B5EF4-FFF2-40B4-BE49-F238E27FC236}">
                <a16:creationId xmlns:a16="http://schemas.microsoft.com/office/drawing/2014/main" id="{6C30EF8C-4A53-74BE-9DA9-6E02B5A38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3166969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Free Java Icon Svg - 81+ Popular SVG File">
            <a:extLst>
              <a:ext uri="{FF2B5EF4-FFF2-40B4-BE49-F238E27FC236}">
                <a16:creationId xmlns:a16="http://schemas.microsoft.com/office/drawing/2014/main" id="{D3468101-53A5-D6B4-9FDB-79195D287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3887603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ree Java Icon Svg - 81+ Popular SVG File">
            <a:extLst>
              <a:ext uri="{FF2B5EF4-FFF2-40B4-BE49-F238E27FC236}">
                <a16:creationId xmlns:a16="http://schemas.microsoft.com/office/drawing/2014/main" id="{88AEE6DF-7471-2030-709D-05C56CEAE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4608237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Free Java Icon Svg - 81+ Popular SVG File">
            <a:extLst>
              <a:ext uri="{FF2B5EF4-FFF2-40B4-BE49-F238E27FC236}">
                <a16:creationId xmlns:a16="http://schemas.microsoft.com/office/drawing/2014/main" id="{C09011FE-41A5-5D2E-6C2C-CCBF28700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571" y="5328871"/>
            <a:ext cx="924212" cy="61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0" y="1247635"/>
            <a:ext cx="12192000" cy="5610365"/>
          </a:xfrm>
        </p:spPr>
        <p:txBody>
          <a:bodyPr numCol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To create a simple and efficient </a:t>
            </a:r>
            <a:r>
              <a:rPr lang="en-IN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CLI based billing management system in Java.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Provide admin login inventory management and automated bill generation with tax and discount calculations</a:t>
            </a:r>
            <a:endParaRPr lang="en-IN" sz="20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8FEE4B-E976-4620-A18E-91EE9334AF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Arial" panose="020B0604020202020204" pitchFamily="34" charset="0"/>
              </a:rPr>
              <a:t>Objective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A3CDA191-0EBD-3701-DFC3-FF7DCC56D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49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365D9A6A-709C-0BBE-9C0F-585CDA2B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3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13977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D9BE7CC-2C80-DD07-A37E-E18A516B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4DE259-5404-7CBD-7E8F-0E1B6A63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5"/>
            <a:ext cx="12192000" cy="5610365"/>
          </a:xfrm>
        </p:spPr>
        <p:txBody>
          <a:bodyPr numCol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Admin Login Authentication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Load Product Inventory from text file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Add, Edit and Delete Products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View Product Inventory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Generate Bills with </a:t>
            </a:r>
            <a:r>
              <a:rPr lang="en-IN" sz="20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gst</a:t>
            </a: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80 % and discount 5 %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Save bill as text files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Open Bill in notepad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FAE51-0DA7-3E46-BE53-2BE7E0ACA0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39CE34-B626-27B7-29F4-935467C3E7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Arial" panose="020B0604020202020204" pitchFamily="34" charset="0"/>
              </a:rPr>
              <a:t>Key Features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3D69B3DC-82F9-9345-4C22-55CB5C3DF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569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65A5AB84-20DB-0EA4-C0A5-E28085D2D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616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58854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DA3E9CF-A06E-6FAE-3122-01C1E16F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7B1631-7B68-435A-FE0D-9DE9D9BA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5"/>
            <a:ext cx="12192000" cy="5610365"/>
          </a:xfrm>
        </p:spPr>
        <p:txBody>
          <a:bodyPr numCol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login.txt file which contains username and password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login.txt matches the entered username and password in output of BillingSystem.java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products.txt file which contains product </a:t>
            </a:r>
            <a:r>
              <a:rPr lang="en-IN" sz="20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ID,Name,Price,Stock</a:t>
            </a: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Quantity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products.txt file gives List of available products in output of BillingSystem.java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Bill_name_date_time.txt file is created after Bill Generation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C655E-A6EE-0E7E-5F38-38E624D63B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8A02A-8ED3-4978-5107-A6BCBC9E28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Arial" panose="020B0604020202020204" pitchFamily="34" charset="0"/>
              </a:rPr>
              <a:t>Text Files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D835305D-C25C-F34B-3F79-8F2482266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163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D4123676-5C10-6E6E-A6BB-9A354D287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23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38337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3EED7E3E-7E44-C903-5827-CC68046A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06BF-A7F2-0715-F223-32D1332A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5"/>
            <a:ext cx="12192000" cy="5610365"/>
          </a:xfrm>
        </p:spPr>
        <p:txBody>
          <a:bodyPr numCol="2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Product Class 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Manages individual product details such as ID, Name, Price, and Quantity.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Used to represent each product in the inventory.</a:t>
            </a: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 err="1">
                <a:solidFill>
                  <a:srgbClr val="0070C0"/>
                </a:solidFill>
                <a:effectLst/>
                <a:latin typeface="+mj-lt"/>
                <a:ea typeface="Arial" panose="020B0604020202020204" pitchFamily="34" charset="0"/>
                <a:cs typeface="Mangal" panose="02040503050203030202" pitchFamily="18" charset="0"/>
              </a:rPr>
              <a:t>BillingSystem</a:t>
            </a:r>
            <a:r>
              <a:rPr lang="en-IN" sz="2000" b="1" kern="100" dirty="0">
                <a:solidFill>
                  <a:srgbClr val="0070C0"/>
                </a:solidFill>
                <a:effectLst/>
                <a:latin typeface="+mj-lt"/>
                <a:ea typeface="Arial" panose="020B0604020202020204" pitchFamily="34" charset="0"/>
                <a:cs typeface="Mangal" panose="02040503050203030202" pitchFamily="18" charset="0"/>
              </a:rPr>
              <a:t> Class 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Acts as the main controller for the entire system.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Handles :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Admin Login Authentication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Product Inventory Management (Add, Edit, Delete, View)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Bill Generation Process with GST and Discount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File Operations (loading credentials, products, saving bills)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Input Validations and Exception Handling</a:t>
            </a:r>
            <a:endParaRPr lang="en-IN" sz="1400" i="1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1F1E3-527D-59EB-1849-2BF1CD0FD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A125F4B-0B69-7B33-35DA-A1B106FCC2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Core Class Overview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00103DA4-6E83-AAF6-BF1C-142F752E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75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9B31E6F8-D61B-E4E2-2229-E51EA5A54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42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1873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FF68AC1-E68B-1EAB-6F93-E02C2958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8C323-8539-CCD9-DBB1-6444D8039C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D2012D-ADA3-99F6-9848-A2C2C5E0539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Class : Product – Attributes and Methods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B2315EF9-131A-677A-633D-DB83AAD33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32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462EF522-36FF-E879-5EB4-E73FA473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844A90-4FAB-DDD1-029B-9FD010A0B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11268"/>
              </p:ext>
            </p:extLst>
          </p:nvPr>
        </p:nvGraphicFramePr>
        <p:xfrm>
          <a:off x="1720851" y="1698670"/>
          <a:ext cx="8394699" cy="240660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98233">
                  <a:extLst>
                    <a:ext uri="{9D8B030D-6E8A-4147-A177-3AD203B41FA5}">
                      <a16:colId xmlns:a16="http://schemas.microsoft.com/office/drawing/2014/main" val="2985391634"/>
                    </a:ext>
                  </a:extLst>
                </a:gridCol>
                <a:gridCol w="2798233">
                  <a:extLst>
                    <a:ext uri="{9D8B030D-6E8A-4147-A177-3AD203B41FA5}">
                      <a16:colId xmlns:a16="http://schemas.microsoft.com/office/drawing/2014/main" val="1148439667"/>
                    </a:ext>
                  </a:extLst>
                </a:gridCol>
                <a:gridCol w="2798233">
                  <a:extLst>
                    <a:ext uri="{9D8B030D-6E8A-4147-A177-3AD203B41FA5}">
                      <a16:colId xmlns:a16="http://schemas.microsoft.com/office/drawing/2014/main" val="3408041619"/>
                    </a:ext>
                  </a:extLst>
                </a:gridCol>
              </a:tblGrid>
              <a:tr h="420292"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Attribute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Data Type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Description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83116"/>
                  </a:ext>
                </a:extLst>
              </a:tr>
              <a:tr h="420292"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00" cap="none" dirty="0">
                          <a:solidFill>
                            <a:schemeClr val="tx1"/>
                          </a:solidFill>
                          <a:sym typeface="Arial"/>
                        </a:rPr>
                        <a:t>id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Unique Product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748055"/>
                  </a:ext>
                </a:extLst>
              </a:tr>
              <a:tr h="420292"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00" cap="none" dirty="0">
                          <a:solidFill>
                            <a:schemeClr val="tx1"/>
                          </a:solidFill>
                          <a:sym typeface="Arial"/>
                        </a:rPr>
                        <a:t>name</a:t>
                      </a:r>
                      <a:endParaRPr lang="en-IN" sz="1800" b="0" i="0" u="none" strike="noStrike" kern="100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Mangal" panose="02040503050203030202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Name of the 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637227"/>
                  </a:ext>
                </a:extLst>
              </a:tr>
              <a:tr h="72543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Price per unit of the 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114995"/>
                  </a:ext>
                </a:extLst>
              </a:tr>
              <a:tr h="42029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Available stock </a:t>
                      </a:r>
                      <a:r>
                        <a:rPr lang="en-IN" sz="1800" dirty="0" err="1"/>
                        <a:t>quentity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2541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9B038A-DC5A-5908-FE6D-3529A6AAF064}"/>
              </a:ext>
            </a:extLst>
          </p:cNvPr>
          <p:cNvSpPr txBox="1"/>
          <p:nvPr/>
        </p:nvSpPr>
        <p:spPr>
          <a:xfrm>
            <a:off x="-2" y="1196894"/>
            <a:ext cx="6096000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dk1"/>
              </a:buClr>
              <a:buSzPct val="150000"/>
              <a:buFont typeface="Arial"/>
              <a:buChar char="•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ea typeface="Calibri"/>
                <a:cs typeface="Mangal" panose="02040503050203030202" pitchFamily="18" charset="0"/>
                <a:sym typeface="Calibri"/>
              </a:rPr>
              <a:t>Attributes :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71985D-A146-DD57-814B-B640C483A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209379"/>
            <a:ext cx="12192000" cy="2648622"/>
          </a:xfrm>
        </p:spPr>
        <p:txBody>
          <a:bodyPr numCol="2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Methods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Constructor : Product(int id, String name, double price, int quantity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4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Initializes a product object with it’s ID, name, price, and quantity.</a:t>
            </a:r>
          </a:p>
        </p:txBody>
      </p:sp>
    </p:spTree>
    <p:extLst>
      <p:ext uri="{BB962C8B-B14F-4D97-AF65-F5344CB8AC3E}">
        <p14:creationId xmlns:p14="http://schemas.microsoft.com/office/powerpoint/2010/main" val="399699718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EA613819-C630-5785-41A6-30B2A5FF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111CE-168C-901E-8EF0-EE9568A5E8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BEE5A8-4C99-5003-C0E4-1E8D731CFB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Class : </a:t>
            </a:r>
            <a:r>
              <a:rPr lang="en-IN" sz="3600" b="1" u="sng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BillingSystem</a:t>
            </a:r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 - Attributes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7DAE51E6-8DAC-E594-9AE3-94E34542F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55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8CF20E38-B8BD-BA5E-2FBB-30D8B0B23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62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332D50-3980-7EE1-16E0-F62F9812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125291"/>
              </p:ext>
            </p:extLst>
          </p:nvPr>
        </p:nvGraphicFramePr>
        <p:xfrm>
          <a:off x="1793873" y="1840252"/>
          <a:ext cx="8604249" cy="230503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868083">
                  <a:extLst>
                    <a:ext uri="{9D8B030D-6E8A-4147-A177-3AD203B41FA5}">
                      <a16:colId xmlns:a16="http://schemas.microsoft.com/office/drawing/2014/main" val="2985391634"/>
                    </a:ext>
                  </a:extLst>
                </a:gridCol>
                <a:gridCol w="2868083">
                  <a:extLst>
                    <a:ext uri="{9D8B030D-6E8A-4147-A177-3AD203B41FA5}">
                      <a16:colId xmlns:a16="http://schemas.microsoft.com/office/drawing/2014/main" val="1148439667"/>
                    </a:ext>
                  </a:extLst>
                </a:gridCol>
                <a:gridCol w="2868083">
                  <a:extLst>
                    <a:ext uri="{9D8B030D-6E8A-4147-A177-3AD203B41FA5}">
                      <a16:colId xmlns:a16="http://schemas.microsoft.com/office/drawing/2014/main" val="3408041619"/>
                    </a:ext>
                  </a:extLst>
                </a:gridCol>
              </a:tblGrid>
              <a:tr h="490583"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Attribute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Data Type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kern="100" cap="none" dirty="0">
                          <a:solidFill>
                            <a:srgbClr val="0070C0"/>
                          </a:solidFill>
                          <a:effectLst/>
                          <a:sym typeface="Arial"/>
                        </a:rPr>
                        <a:t>Description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83116"/>
                  </a:ext>
                </a:extLst>
              </a:tr>
              <a:tr h="747129"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00" cap="none" dirty="0">
                          <a:solidFill>
                            <a:schemeClr val="tx1"/>
                          </a:solidFill>
                          <a:sym typeface="Arial"/>
                        </a:rPr>
                        <a:t>Inventory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List&lt;Product&gt;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List to store all available product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748055"/>
                  </a:ext>
                </a:extLst>
              </a:tr>
              <a:tr h="1067327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ngal" panose="02040503050203030202" pitchFamily="18" charset="0"/>
                          <a:sym typeface="Arial"/>
                        </a:rPr>
                        <a:t>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Map&lt;String, String&gt;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Stores admin usernames and passwords for login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6372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F85FEC-B3A0-585F-90EC-0DFEF1E70199}"/>
              </a:ext>
            </a:extLst>
          </p:cNvPr>
          <p:cNvSpPr txBox="1"/>
          <p:nvPr/>
        </p:nvSpPr>
        <p:spPr>
          <a:xfrm>
            <a:off x="-2" y="1196894"/>
            <a:ext cx="6096000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dk1"/>
              </a:buClr>
              <a:buSzPct val="150000"/>
              <a:buFont typeface="Arial"/>
              <a:buChar char="•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ea typeface="Calibri"/>
                <a:cs typeface="Mangal" panose="02040503050203030202" pitchFamily="18" charset="0"/>
                <a:sym typeface="Calibri"/>
              </a:rPr>
              <a:t>Attributes :</a:t>
            </a:r>
          </a:p>
        </p:txBody>
      </p:sp>
    </p:spTree>
    <p:extLst>
      <p:ext uri="{BB962C8B-B14F-4D97-AF65-F5344CB8AC3E}">
        <p14:creationId xmlns:p14="http://schemas.microsoft.com/office/powerpoint/2010/main" val="154292196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354C840F-FF90-DFF2-89CA-F8A557F3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D1A5D9-D2FC-2E8C-EE51-E8D0D2816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6"/>
            <a:ext cx="12192000" cy="5353190"/>
          </a:xfrm>
        </p:spPr>
        <p:txBody>
          <a:bodyPr numCol="2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Login &amp; File Operations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loadCredentials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() : Loads login data from file.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login() : Authenticates admin.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loadProductsFromFile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() : Loads product data from file.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Product Management 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addProduct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(Scanner) : Add new product.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editProduct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(Scanner) : Edit existing product details.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deleteProduct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(Scanner) : Remove product by ID.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viewAllProducts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() : Display current product inventory.</a:t>
            </a: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Billing Process 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generateBill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(Scanner) : Manage billing process 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Add product to bill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Check stock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Calculate subtotal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Add GST (18%)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Apply Discount (5%)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Save bill as text file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i="1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Open bill in Notepad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Main Program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main(String[] </a:t>
            </a: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args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) : System’s entry point with CLI menu.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E7A54-7E94-B245-63E8-D5BCBD1FBE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104AF1-1971-243B-2471-2F815B44875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Class : </a:t>
            </a:r>
            <a:r>
              <a:rPr lang="en-IN" sz="3600" b="1" u="sng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BillingSystem</a:t>
            </a:r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 - Methods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D9021B53-9BB3-A9E0-E756-9477EBE1A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90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0491CE50-0479-F34E-16A2-3785495BD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279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8531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AEFF0B0-31CB-48FB-AD21-7BA3F06D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672D9-5AA2-DAF0-EBBB-F96FDECF0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EF7260-1FCC-BA17-F925-9BFD0678DF4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Exception Handling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F5F41BDD-7E27-D231-28A9-FE0266CA5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05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F8CBDB2D-65EA-6F4D-B5F2-2F0FA903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12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FAA625-EE53-D595-AE5F-4F1D59CB9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6"/>
            <a:ext cx="12192000" cy="5353190"/>
          </a:xfrm>
        </p:spPr>
        <p:txBody>
          <a:bodyPr numCol="2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Login Validation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If entered username or  password is incorrect, system displays 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Invalid credentials. Access Denied.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Product ID Validation ( While Billing )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If entered product ID is not in inventory 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Product not found!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Product Quantity Validation ( While Billing )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If entered quantity exceeds available stock 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Not enough stock available! Re-enter quantity.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IN" sz="14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File Operation Exception Handling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For reading/writing files using try-catch blocks for </a:t>
            </a:r>
            <a:r>
              <a:rPr lang="en-IN" sz="18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IOException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. </a:t>
            </a:r>
          </a:p>
          <a:p>
            <a:pPr marL="1028700" lvl="2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Catch (</a:t>
            </a:r>
            <a:r>
              <a:rPr lang="en-IN" sz="14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IOException</a:t>
            </a: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e) {</a:t>
            </a:r>
          </a:p>
          <a:p>
            <a:pPr marL="1028700" lvl="2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	</a:t>
            </a:r>
            <a:r>
              <a:rPr lang="en-IN" sz="1400" kern="100" dirty="0" err="1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System.out.println</a:t>
            </a: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(“Error writing bill to file.”);</a:t>
            </a:r>
          </a:p>
          <a:p>
            <a:pPr marL="1028700" lvl="2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r>
              <a:rPr lang="en-IN" sz="14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}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IN" sz="14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IN" sz="14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endParaRPr lang="en-IN" sz="14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4672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935CFB29-A811-1909-808B-2D1271DE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1CC8576-FCBB-8D61-3244-320A80A874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349911"/>
              </p:ext>
            </p:extLst>
          </p:nvPr>
        </p:nvGraphicFramePr>
        <p:xfrm>
          <a:off x="371473" y="1371600"/>
          <a:ext cx="11449052" cy="4752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AE15B-10B9-06DE-EE5B-17636AD6EF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1D0F278-01D5-2F9F-FD2B-F55EBA837F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Workflow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B5D0BEA4-F4CC-9893-8ED1-EAF3E3BB2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657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FDDB49CC-0AFB-1E05-CC41-C7E7FFAAD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529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44768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8A09343-EA48-F3FC-B3F4-D6066229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408DBE0-2893-32AF-DAD5-FA9A4E7CD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579055"/>
              </p:ext>
            </p:extLst>
          </p:nvPr>
        </p:nvGraphicFramePr>
        <p:xfrm>
          <a:off x="0" y="623817"/>
          <a:ext cx="12192000" cy="5610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081AC-9A5D-5907-E98D-74849D5FEF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8339FA-F177-CC7D-4807-64F518A2E0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Bill Generation Process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274CDF90-DE9A-AECA-7353-655C94344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898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E4CBE91E-945C-775E-F59A-B67DBE6FF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288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92958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E23DF9C-FFE6-D656-DF87-BFC0CA2E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FB989-E8B9-9FD1-134E-D4F909785C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613EE4-3022-2FC3-9603-43AE83C8C8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Class Diagram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8D0D8828-7695-6498-1D75-68E117FD4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166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0EB7E1FD-E923-00C1-F4AB-5218DBB2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580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A9806C-B81E-6529-1AE3-73BB6960C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89597"/>
              </p:ext>
            </p:extLst>
          </p:nvPr>
        </p:nvGraphicFramePr>
        <p:xfrm>
          <a:off x="181270" y="2383229"/>
          <a:ext cx="2668905" cy="2312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8905">
                  <a:extLst>
                    <a:ext uri="{9D8B030D-6E8A-4147-A177-3AD203B41FA5}">
                      <a16:colId xmlns:a16="http://schemas.microsoft.com/office/drawing/2014/main" val="3622725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 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57766"/>
                  </a:ext>
                </a:extLst>
              </a:tr>
              <a:tr h="10529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id : int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name : string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price : double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Quantity 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21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87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Product(</a:t>
                      </a:r>
                      <a:r>
                        <a:rPr lang="en-IN" dirty="0" err="1"/>
                        <a:t>id,name,price,quantity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703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CA9556-298B-55A3-FCC7-114C5FCC9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01900"/>
              </p:ext>
            </p:extLst>
          </p:nvPr>
        </p:nvGraphicFramePr>
        <p:xfrm>
          <a:off x="4613361" y="1129152"/>
          <a:ext cx="2965275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5275">
                  <a:extLst>
                    <a:ext uri="{9D8B030D-6E8A-4147-A177-3AD203B41FA5}">
                      <a16:colId xmlns:a16="http://schemas.microsoft.com/office/drawing/2014/main" val="3241522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 </a:t>
                      </a:r>
                      <a:r>
                        <a:rPr lang="en-IN" dirty="0" err="1"/>
                        <a:t>BillingSystem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89832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Inventory : List&lt;Product&gt;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Credentials : Map&lt;String, String&gt;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57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832286"/>
                  </a:ext>
                </a:extLst>
              </a:tr>
              <a:tr h="333756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loadCredentials</a:t>
                      </a:r>
                      <a:r>
                        <a:rPr lang="en-IN" dirty="0"/>
                        <a:t>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Login()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loadProductsFromFile</a:t>
                      </a:r>
                      <a:r>
                        <a:rPr lang="en-IN" dirty="0"/>
                        <a:t>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addProducts</a:t>
                      </a:r>
                      <a:r>
                        <a:rPr lang="en-IN" dirty="0"/>
                        <a:t>(Scanner)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editProducts</a:t>
                      </a:r>
                      <a:r>
                        <a:rPr lang="en-IN" dirty="0"/>
                        <a:t>(Scanner)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deleteProducts</a:t>
                      </a:r>
                      <a:r>
                        <a:rPr lang="en-IN" dirty="0"/>
                        <a:t>(Scanner)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viewAllProducts</a:t>
                      </a:r>
                      <a:r>
                        <a:rPr lang="en-IN" dirty="0"/>
                        <a:t>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 err="1"/>
                        <a:t>generateBill</a:t>
                      </a:r>
                      <a:r>
                        <a:rPr lang="en-IN" dirty="0"/>
                        <a:t>(Scanner)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Main(String[] </a:t>
                      </a:r>
                      <a:r>
                        <a:rPr lang="en-IN" dirty="0" err="1"/>
                        <a:t>args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36491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C3E00-3944-0E8D-F08E-6BDD41BCB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180953"/>
              </p:ext>
            </p:extLst>
          </p:nvPr>
        </p:nvGraphicFramePr>
        <p:xfrm>
          <a:off x="8803869" y="2739238"/>
          <a:ext cx="3206861" cy="1600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6861">
                  <a:extLst>
                    <a:ext uri="{9D8B030D-6E8A-4147-A177-3AD203B41FA5}">
                      <a16:colId xmlns:a16="http://schemas.microsoft.com/office/drawing/2014/main" val="3241522684"/>
                    </a:ext>
                  </a:extLst>
                </a:gridCol>
              </a:tblGrid>
              <a:tr h="344978">
                <a:tc>
                  <a:txBody>
                    <a:bodyPr/>
                    <a:lstStyle/>
                    <a:p>
                      <a:r>
                        <a:rPr lang="en-IN" dirty="0"/>
                        <a:t>Validation &amp; Exception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98321"/>
                  </a:ext>
                </a:extLst>
              </a:tr>
              <a:tr h="12557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Invalid login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Invalid Product 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Insufficient Stock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File I/O Errors (IO Exception)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57580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36A1EB-9158-DBDE-A236-0BAEA8B1A5D2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2850175" y="3539612"/>
            <a:ext cx="1763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223517-0E3E-FD41-F018-038C7A0115C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78636" y="3539612"/>
            <a:ext cx="122523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D0321E-3467-F92A-3E39-3D323A16A087}"/>
              </a:ext>
            </a:extLst>
          </p:cNvPr>
          <p:cNvSpPr txBox="1"/>
          <p:nvPr/>
        </p:nvSpPr>
        <p:spPr>
          <a:xfrm>
            <a:off x="2850175" y="3164499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uses List&lt;products&gt;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DB466-4532-B090-D6C0-0A3C1B9FACF3}"/>
              </a:ext>
            </a:extLst>
          </p:cNvPr>
          <p:cNvSpPr txBox="1"/>
          <p:nvPr/>
        </p:nvSpPr>
        <p:spPr>
          <a:xfrm>
            <a:off x="7589752" y="2800947"/>
            <a:ext cx="14962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Handles validations &amp; exceptions</a:t>
            </a:r>
          </a:p>
        </p:txBody>
      </p:sp>
    </p:spTree>
    <p:extLst>
      <p:ext uri="{BB962C8B-B14F-4D97-AF65-F5344CB8AC3E}">
        <p14:creationId xmlns:p14="http://schemas.microsoft.com/office/powerpoint/2010/main" val="287205596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370203F-F559-BA4D-F971-1DF05E5A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7C158-E6DD-0970-480E-83AE0D4048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268163E-4B6D-C03D-AF14-59926513F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2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Asks for User Authentication via Username and Password.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The entered Username and Password should match with login.txt file for Successful Login otherwise it will be failed to Login.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65DB6-C872-1B51-A17A-E6FC3D242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914" y="3230604"/>
            <a:ext cx="8202170" cy="2829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CE221-8FDE-23D6-6FE4-0622905DC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985" y="951209"/>
            <a:ext cx="3334215" cy="12288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8198B9F-7B42-073E-94DE-8BFB6628818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10" name="Picture 2" descr="Free Java Icon Svg - 81+ Popular SVG File">
            <a:extLst>
              <a:ext uri="{FF2B5EF4-FFF2-40B4-BE49-F238E27FC236}">
                <a16:creationId xmlns:a16="http://schemas.microsoft.com/office/drawing/2014/main" id="{EC8E7CCA-6057-1D25-8BA3-6AA32DB74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ree Java Icon Svg - 81+ Popular SVG File">
            <a:extLst>
              <a:ext uri="{FF2B5EF4-FFF2-40B4-BE49-F238E27FC236}">
                <a16:creationId xmlns:a16="http://schemas.microsoft.com/office/drawing/2014/main" id="{A2536A0B-38B4-09B9-1E82-45AF8FB67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13236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A882971C-A7CC-DE5E-9E48-88443020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E3081-1EF6-3F8D-9715-0B832748F0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499AD8-9D4F-2FD0-015F-CDBEF73B7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1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After Login, This Main Menu Pops in First.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Press 4 to View available Products.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The available Products is the products.txt file’s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B1BD7-7FB4-FB9C-C2E3-A6380918B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385" y="2755000"/>
            <a:ext cx="5547858" cy="3409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8E6E6F-75BE-FF93-C837-98D2E1FFB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4628" y="2755000"/>
            <a:ext cx="4679172" cy="2479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0DFBAB-DC62-4939-991F-6F663DE869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6" name="Picture 2" descr="Free Java Icon Svg - 81+ Popular SVG File">
            <a:extLst>
              <a:ext uri="{FF2B5EF4-FFF2-40B4-BE49-F238E27FC236}">
                <a16:creationId xmlns:a16="http://schemas.microsoft.com/office/drawing/2014/main" id="{6832EA54-A3D0-AE43-6E84-4966B565E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Java Icon Svg - 81+ Popular SVG File">
            <a:extLst>
              <a:ext uri="{FF2B5EF4-FFF2-40B4-BE49-F238E27FC236}">
                <a16:creationId xmlns:a16="http://schemas.microsoft.com/office/drawing/2014/main" id="{0F1F74FA-FED3-6413-CDBC-24B67CA28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910347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E72E8D29-93CD-EC21-BF90-55ECD9E9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C202-498E-3D5D-BB7B-C33545996F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6D86FE0-85E0-2754-C21E-93656BA79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1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Press 1 to Add new Products in available Products List.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It asks for new product’s ID, Name, Price and Stock Quantity.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Then show message “Product Added Successfully! 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E5E8B-A39C-7E34-E2AC-021DC729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0300" y="2806574"/>
            <a:ext cx="4771398" cy="3498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296A2-8C62-013B-8DDD-33BCFA75CB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6" name="Picture 2" descr="Free Java Icon Svg - 81+ Popular SVG File">
            <a:extLst>
              <a:ext uri="{FF2B5EF4-FFF2-40B4-BE49-F238E27FC236}">
                <a16:creationId xmlns:a16="http://schemas.microsoft.com/office/drawing/2014/main" id="{88377805-43B8-D139-CC98-9ACBCA938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Java Icon Svg - 81+ Popular SVG File">
            <a:extLst>
              <a:ext uri="{FF2B5EF4-FFF2-40B4-BE49-F238E27FC236}">
                <a16:creationId xmlns:a16="http://schemas.microsoft.com/office/drawing/2014/main" id="{F28CD57B-FAED-6738-DC79-94BC4909C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91993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3B8F6660-B781-A835-A7C1-D65B751A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8AE91-418B-70A3-6FBA-ACC48E7DB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6BF81F0-C6CF-2EA5-CE13-FBFEFAF21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1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Press 2 to edit available Product’s details in available Products List.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It asks for available product’s new ID, Name, Price and Stock Quantity.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Then show message “Product Updated Successfully! 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FE925-FB97-2C3E-4CD5-9AA1BEE2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2587" y="2806574"/>
            <a:ext cx="4186823" cy="3498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648578-9977-EEA0-A8C4-5128954D0EE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6" name="Picture 2" descr="Free Java Icon Svg - 81+ Popular SVG File">
            <a:extLst>
              <a:ext uri="{FF2B5EF4-FFF2-40B4-BE49-F238E27FC236}">
                <a16:creationId xmlns:a16="http://schemas.microsoft.com/office/drawing/2014/main" id="{F8FCB4A9-92B2-B334-4EB1-5AC5D5A9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ree Java Icon Svg - 81+ Popular SVG File">
            <a:extLst>
              <a:ext uri="{FF2B5EF4-FFF2-40B4-BE49-F238E27FC236}">
                <a16:creationId xmlns:a16="http://schemas.microsoft.com/office/drawing/2014/main" id="{02887565-DF67-3F14-D145-EB7DEB00D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94469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A5B753B-FC8E-A2E8-A4CC-5DAF7671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8BD08-C38B-49AE-1CBC-2B049815A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AB4263E-81D2-EAE6-1768-1EF16255D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1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This is the output after Adding and </a:t>
            </a:r>
            <a:r>
              <a:rPr lang="en-US" sz="2000" kern="100" dirty="0" err="1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Upadte</a:t>
            </a: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 product details.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show the new product at ID : 6 with Name : File, Price : 20.00 and Quantity : 100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show the Product ID 1’s Quantity detail is changed from 100 to 50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2F7F5-F708-4508-D360-B3BF52A7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0136" y="2805462"/>
            <a:ext cx="5371726" cy="35004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F63E07-CD53-74FE-CF2B-A097646286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8" name="Picture 2" descr="Free Java Icon Svg - 81+ Popular SVG File">
            <a:extLst>
              <a:ext uri="{FF2B5EF4-FFF2-40B4-BE49-F238E27FC236}">
                <a16:creationId xmlns:a16="http://schemas.microsoft.com/office/drawing/2014/main" id="{99F9E309-64EE-B51B-B190-F0209AC1C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Java Icon Svg - 81+ Popular SVG File">
            <a:extLst>
              <a:ext uri="{FF2B5EF4-FFF2-40B4-BE49-F238E27FC236}">
                <a16:creationId xmlns:a16="http://schemas.microsoft.com/office/drawing/2014/main" id="{CDEFA585-8466-4B59-09D9-0110CB396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00793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9B1BF7E6-6FC8-FA96-F819-6C4BC265F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9454D-8DFD-19DB-172B-2344AEAF6A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FC6EF3F-79C4-5818-F75F-8DAF6A8CA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2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Press 5 to Generate Bills.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First it asks for Customer Name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add Product ID and Quantity that customer purchased.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Then it will show “Product added Successfully” message.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If Product ID isn’t available in available products list or Quantity entered is more than available then it will again asks for enter valid Product ID or Quantity respectively.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After Pressing 0 the Bill Generating process completed and show message “Generating Bill”.</a:t>
            </a: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2000" kern="100" dirty="0">
              <a:solidFill>
                <a:srgbClr val="252525"/>
              </a:solidFill>
              <a:latin typeface="+mj-lt"/>
              <a:cs typeface="Mangal" panose="02040503050203030202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B31EF-49C2-A3CB-8F08-C0E49BD2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58891" y="951209"/>
            <a:ext cx="4303418" cy="533927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43B339F-D7F0-3A56-B6A1-4E34C15C600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pic>
        <p:nvPicPr>
          <p:cNvPr id="8" name="Picture 2" descr="Free Java Icon Svg - 81+ Popular SVG File">
            <a:extLst>
              <a:ext uri="{FF2B5EF4-FFF2-40B4-BE49-F238E27FC236}">
                <a16:creationId xmlns:a16="http://schemas.microsoft.com/office/drawing/2014/main" id="{8C599825-2E0E-D3CE-D986-44ACCC78D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Java Icon Svg - 81+ Popular SVG File">
            <a:extLst>
              <a:ext uri="{FF2B5EF4-FFF2-40B4-BE49-F238E27FC236}">
                <a16:creationId xmlns:a16="http://schemas.microsoft.com/office/drawing/2014/main" id="{2354901C-1633-3B59-FBD0-15D00ABC8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33982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43A0C8AC-CF0A-D13A-C6D8-4F86CD24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0497D-F1DA-90D6-0076-D1A9634CB2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D4C9F4-AF08-5D19-66D4-669323F1011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Output</a:t>
            </a:r>
            <a:r>
              <a:rPr lang="en-IN" dirty="0"/>
              <a:t> </a:t>
            </a:r>
            <a:endParaRPr lang="en-IN" sz="3600" b="1" u="sng" baseline="-250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770D8DB-858F-3092-B950-D151D82B9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51209"/>
            <a:ext cx="12192000" cy="5906791"/>
          </a:xfrm>
        </p:spPr>
        <p:txBody>
          <a:bodyPr numCol="2">
            <a:no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When the Bill Generating message shown after that another message shown “Saved Bill to : Bill_name_date_time.txt”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When this message shown then automatically a Bill_name_date_time.txt file open.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kern="100" dirty="0">
                <a:solidFill>
                  <a:srgbClr val="252525"/>
                </a:solidFill>
                <a:latin typeface="+mj-lt"/>
                <a:cs typeface="Mangal" panose="02040503050203030202" pitchFamily="18" charset="0"/>
              </a:rPr>
              <a:t>We can again Press 5 to generate another bills or Press 6 to Exit Automated Billing Management System. </a:t>
            </a: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US" sz="2000" kern="100" dirty="0">
              <a:solidFill>
                <a:srgbClr val="252525"/>
              </a:solidFill>
              <a:latin typeface="+mj-lt"/>
              <a:cs typeface="Mangal" panose="02040503050203030202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36763-4874-90E0-DA74-7C9170A427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58891" y="1902418"/>
            <a:ext cx="4303418" cy="3425004"/>
          </a:xfrm>
          <a:prstGeom prst="rect">
            <a:avLst/>
          </a:prstGeom>
        </p:spPr>
      </p:pic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FEE04231-982D-4F22-BDFC-BAD3F9DA7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360" y="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Java Icon Svg - 81+ Popular SVG File">
            <a:extLst>
              <a:ext uri="{FF2B5EF4-FFF2-40B4-BE49-F238E27FC236}">
                <a16:creationId xmlns:a16="http://schemas.microsoft.com/office/drawing/2014/main" id="{6754C993-0D04-0DFB-C204-1CE368273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26" y="-1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73215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EB57E6A-7556-F884-0323-CE27E74E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58253-00B9-C534-0077-F9EC192AE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238C1E-C397-BDCF-F84A-2DB690F222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9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/>
            <a:r>
              <a:rPr lang="en-IN" sz="36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</a:rPr>
              <a:t>Features</a:t>
            </a:r>
          </a:p>
        </p:txBody>
      </p:sp>
      <p:pic>
        <p:nvPicPr>
          <p:cNvPr id="2" name="Picture 2" descr="Free Java Icon Svg - 81+ Popular SVG File">
            <a:extLst>
              <a:ext uri="{FF2B5EF4-FFF2-40B4-BE49-F238E27FC236}">
                <a16:creationId xmlns:a16="http://schemas.microsoft.com/office/drawing/2014/main" id="{FE9F93B3-1A52-1441-0D85-BAC20A73A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141" y="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ree Java Icon Svg - 81+ Popular SVG File">
            <a:extLst>
              <a:ext uri="{FF2B5EF4-FFF2-40B4-BE49-F238E27FC236}">
                <a16:creationId xmlns:a16="http://schemas.microsoft.com/office/drawing/2014/main" id="{F9F0C467-5C48-7186-4D12-9A3616FE0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045" y="-16520"/>
            <a:ext cx="1426816" cy="9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2AA713D-64AA-259C-C485-4A705198A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47636"/>
            <a:ext cx="12192000" cy="5353190"/>
          </a:xfrm>
        </p:spPr>
        <p:txBody>
          <a:bodyPr numCol="2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Current Features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IN" sz="16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 </a:t>
            </a: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Admin Authentication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CLI-based Inventory Management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Automated Billing with GST and Discount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Bill File Saving and Opening</a:t>
            </a:r>
            <a:r>
              <a:rPr lang="en-IN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login() : Authenticates admin.</a:t>
            </a: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 marL="571500" lvl="1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ct val="150000"/>
            </a:pPr>
            <a:r>
              <a:rPr lang="en-IN" sz="2000" b="1" kern="100" dirty="0">
                <a:solidFill>
                  <a:srgbClr val="0070C0"/>
                </a:solidFill>
                <a:latin typeface="+mj-lt"/>
                <a:cs typeface="Mangal" panose="02040503050203030202" pitchFamily="18" charset="0"/>
              </a:rPr>
              <a:t>Potential Enhancements 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Database Integration for Inventory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GUI-based System (JavaFX / Swing)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User Role Management (Cashier/Admin)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Real-time Inventory Update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®"/>
            </a:pPr>
            <a:r>
              <a:rPr lang="en-US" sz="1800" kern="100" dirty="0">
                <a:solidFill>
                  <a:schemeClr val="tx1"/>
                </a:solidFill>
                <a:latin typeface="+mj-lt"/>
                <a:cs typeface="Mangal" panose="02040503050203030202" pitchFamily="18" charset="0"/>
              </a:rPr>
              <a:t>Product Search by Name or ID</a:t>
            </a:r>
            <a:endParaRPr lang="en-IN" sz="1800" kern="100" dirty="0">
              <a:solidFill>
                <a:schemeClr val="tx1"/>
              </a:solidFill>
              <a:latin typeface="+mj-lt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87098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289269-3A28-7B86-0293-043D258309B5}"/>
              </a:ext>
            </a:extLst>
          </p:cNvPr>
          <p:cNvSpPr/>
          <p:nvPr/>
        </p:nvSpPr>
        <p:spPr>
          <a:xfrm>
            <a:off x="3137380" y="2921168"/>
            <a:ext cx="59172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70818934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B8A150FCE95541A6E48575FBA4EB4D" ma:contentTypeVersion="7" ma:contentTypeDescription="Create a new document." ma:contentTypeScope="" ma:versionID="cad0b40496dbc25472e0d11fbc9e8b15">
  <xsd:schema xmlns:xsd="http://www.w3.org/2001/XMLSchema" xmlns:xs="http://www.w3.org/2001/XMLSchema" xmlns:p="http://schemas.microsoft.com/office/2006/metadata/properties" xmlns:ns2="ea9859a6-3590-44b1-8928-86e279804202" targetNamespace="http://schemas.microsoft.com/office/2006/metadata/properties" ma:root="true" ma:fieldsID="888ef78637016edb80d6e3e1b810f32e" ns2:_="">
    <xsd:import namespace="ea9859a6-3590-44b1-8928-86e2798042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859a6-3590-44b1-8928-86e2798042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2EBEA5-0F81-4B9A-BDB8-D19850B6DC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E13375-75F0-4BE7-91C4-30A04D1395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9859a6-3590-44b1-8928-86e2798042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2626FC-D915-466F-9DC3-91AE26B4B52B}">
  <ds:schemaRefs>
    <ds:schemaRef ds:uri="http://purl.org/dc/terms/"/>
    <ds:schemaRef ds:uri="http://schemas.openxmlformats.org/package/2006/metadata/core-properties"/>
    <ds:schemaRef ds:uri="ea9859a6-3590-44b1-8928-86e279804202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3996</TotalTime>
  <Words>1252</Words>
  <Application>Microsoft Office PowerPoint</Application>
  <PresentationFormat>Widescreen</PresentationFormat>
  <Paragraphs>263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Century Schoolbook</vt:lpstr>
      <vt:lpstr>Arial</vt:lpstr>
      <vt:lpstr>Wingdings</vt:lpstr>
      <vt:lpstr>Symbol</vt:lpstr>
      <vt:lpstr>Office Theme</vt:lpstr>
      <vt:lpstr>PowerPoint Presentation</vt:lpstr>
      <vt:lpstr>Key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Ishita Theba</dc:creator>
  <cp:lastModifiedBy>jmchavda2006@outlook.com</cp:lastModifiedBy>
  <cp:revision>153</cp:revision>
  <dcterms:created xsi:type="dcterms:W3CDTF">2020-10-07T10:42:16Z</dcterms:created>
  <dcterms:modified xsi:type="dcterms:W3CDTF">2026-06-19T12:15:32Z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0x010100F3B8A150FCE95541A6E48575FBA4EB4D</vt:lpwstr>
  </property>
</Properties>
</file>